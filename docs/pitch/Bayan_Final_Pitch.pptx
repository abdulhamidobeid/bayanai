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4ad4d43f91469f" /><Relationship Type="http://schemas.openxmlformats.org/officeDocument/2006/relationships/extended-properties" Target="/docProps/app.xml" Id="Rdb5fd2cd6398486f" /><Relationship Type="http://schemas.openxmlformats.org/officeDocument/2006/relationships/officeDocument" Target="/ppt/presentation.xml" Id="R3f258222732e4c1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441ee68c6154407"/>
  </p:sldMasterIdLst>
  <p:notesMasterIdLst>
    <p:notesMasterId xmlns:r="http://schemas.openxmlformats.org/officeDocument/2006/relationships" r:id="R2f8d1075af3b4acb"/>
  </p:notesMasterIdLst>
  <p:sldIdLst>
    <p:sldId xmlns:r="http://schemas.openxmlformats.org/officeDocument/2006/relationships" id="256" r:id="Rba1f33282a524fe9"/>
    <p:sldId xmlns:r="http://schemas.openxmlformats.org/officeDocument/2006/relationships" id="257" r:id="R2f286d6700e94fc7"/>
    <p:sldId xmlns:r="http://schemas.openxmlformats.org/officeDocument/2006/relationships" id="258" r:id="Re6bdd1fb688a4b43"/>
    <p:sldId xmlns:r="http://schemas.openxmlformats.org/officeDocument/2006/relationships" id="259" r:id="Rdc9ad11c3d064da6"/>
    <p:sldId xmlns:r="http://schemas.openxmlformats.org/officeDocument/2006/relationships" id="260" r:id="R8d1d6d98ca09411d"/>
    <p:sldId xmlns:r="http://schemas.openxmlformats.org/officeDocument/2006/relationships" id="261" r:id="Re2fb211e722f4439"/>
    <p:sldId xmlns:r="http://schemas.openxmlformats.org/officeDocument/2006/relationships" id="262" r:id="R365083e2b3544c69"/>
    <p:sldId xmlns:r="http://schemas.openxmlformats.org/officeDocument/2006/relationships" id="263" r:id="Red7cd43367fc44dc"/>
  </p:sldIdLst>
  <p:sldSz cx="18288000" cy="10287000"/>
  <p:notesSz cx="6858000" cy="9144000"/>
  <p:embeddedFontLst>
    <p:embeddedFont>
      <p:font typeface="Urbanist"/>
      <p:regular xmlns:r="http://schemas.openxmlformats.org/officeDocument/2006/relationships" r:id="Rdc4abebf69084e9d"/>
      <p:bold xmlns:r="http://schemas.openxmlformats.org/officeDocument/2006/relationships" r:id="Rff4725f11e2a4f79"/>
      <p:italic xmlns:r="http://schemas.openxmlformats.org/officeDocument/2006/relationships" r:id="R4b0133aa7e0241ad"/>
      <p:boldItalic xmlns:r="http://schemas.openxmlformats.org/officeDocument/2006/relationships" r:id="R8ce655b60f8e448f"/>
    </p:embeddedFont>
    <p:embeddedFont>
      <p:font typeface="Readex Pro Medium"/>
      <p:regular xmlns:r="http://schemas.openxmlformats.org/officeDocument/2006/relationships" r:id="R1d26da4db4714b59"/>
      <p:bold xmlns:r="http://schemas.openxmlformats.org/officeDocument/2006/relationships" r:id="R9fb41b90095845b3"/>
    </p:embeddedFont>
    <p:embeddedFont>
      <p:font typeface="Readex Pro SemiBold"/>
      <p:regular xmlns:r="http://schemas.openxmlformats.org/officeDocument/2006/relationships" r:id="R35e415e97df24fc4"/>
      <p:bold xmlns:r="http://schemas.openxmlformats.org/officeDocument/2006/relationships" r:id="R98caa37f76804695"/>
    </p:embeddedFont>
    <p:embeddedFont>
      <p:font typeface="Readex Pro"/>
      <p:regular xmlns:r="http://schemas.openxmlformats.org/officeDocument/2006/relationships" r:id="R1f17938be0774df2"/>
      <p:bold xmlns:r="http://schemas.openxmlformats.org/officeDocument/2006/relationships" r:id="R5effe288c6bb4b67"/>
    </p:embeddedFont>
    <p:embeddedFont>
      <p:font typeface="Readex Pro Light"/>
      <p:regular xmlns:r="http://schemas.openxmlformats.org/officeDocument/2006/relationships" r:id="Raf2a974267af4646"/>
      <p:bold xmlns:r="http://schemas.openxmlformats.org/officeDocument/2006/relationships" r:id="Rb6c805608af84c4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37f9030a9a104e1a" /><Relationship Type="http://schemas.openxmlformats.org/officeDocument/2006/relationships/slideMaster" Target="/ppt/slideMasters/slideMaster1.xml" Id="Ra441ee68c6154407" /><Relationship Type="http://schemas.openxmlformats.org/officeDocument/2006/relationships/notesMaster" Target="/ppt/notesMasters/notesMaster1.xml" Id="R2f8d1075af3b4acb" /><Relationship Type="http://schemas.openxmlformats.org/officeDocument/2006/relationships/presProps" Target="/ppt/presProps.xml" Id="Rcea8f3a88c0f434c" /><Relationship Type="http://schemas.openxmlformats.org/officeDocument/2006/relationships/tableStyles" Target="/ppt/tableStyles.xml" Id="Re14dae93065f47a4" /><Relationship Type="http://schemas.openxmlformats.org/officeDocument/2006/relationships/font" Target="/ppt/fonts/font.dat" Id="Rdc4abebf69084e9d" /><Relationship Type="http://schemas.openxmlformats.org/officeDocument/2006/relationships/font" Target="/ppt/fonts/font2.dat" Id="Rff4725f11e2a4f79" /><Relationship Type="http://schemas.openxmlformats.org/officeDocument/2006/relationships/font" Target="/ppt/fonts/font3.dat" Id="R4b0133aa7e0241ad" /><Relationship Type="http://schemas.openxmlformats.org/officeDocument/2006/relationships/font" Target="/ppt/fonts/font4.dat" Id="R8ce655b60f8e448f" /><Relationship Type="http://schemas.openxmlformats.org/officeDocument/2006/relationships/font" Target="/ppt/fonts/font5.dat" Id="R1d26da4db4714b59" /><Relationship Type="http://schemas.openxmlformats.org/officeDocument/2006/relationships/font" Target="/ppt/fonts/font6.dat" Id="R9fb41b90095845b3" /><Relationship Type="http://schemas.openxmlformats.org/officeDocument/2006/relationships/font" Target="/ppt/fonts/font7.dat" Id="R35e415e97df24fc4" /><Relationship Type="http://schemas.openxmlformats.org/officeDocument/2006/relationships/font" Target="/ppt/fonts/font8.dat" Id="R98caa37f76804695" /><Relationship Type="http://schemas.openxmlformats.org/officeDocument/2006/relationships/font" Target="/ppt/fonts/font9.dat" Id="R1f17938be0774df2" /><Relationship Type="http://schemas.openxmlformats.org/officeDocument/2006/relationships/font" Target="/ppt/fonts/font10.dat" Id="R5effe288c6bb4b67" /><Relationship Type="http://schemas.openxmlformats.org/officeDocument/2006/relationships/font" Target="/ppt/fonts/font11.dat" Id="Raf2a974267af4646" /><Relationship Type="http://schemas.openxmlformats.org/officeDocument/2006/relationships/font" Target="/ppt/fonts/font12.dat" Id="Rb6c805608af84c47" /><Relationship Type="http://schemas.openxmlformats.org/officeDocument/2006/relationships/slide" Target="/ppt/slides/slide1.xml" Id="Rba1f33282a524fe9" /><Relationship Type="http://schemas.openxmlformats.org/officeDocument/2006/relationships/slide" Target="/ppt/slides/slide2.xml" Id="R2f286d6700e94fc7" /><Relationship Type="http://schemas.openxmlformats.org/officeDocument/2006/relationships/slide" Target="/ppt/slides/slide3.xml" Id="Re6bdd1fb688a4b43" /><Relationship Type="http://schemas.openxmlformats.org/officeDocument/2006/relationships/slide" Target="/ppt/slides/slide4.xml" Id="Rdc9ad11c3d064da6" /><Relationship Type="http://schemas.openxmlformats.org/officeDocument/2006/relationships/slide" Target="/ppt/slides/slide5.xml" Id="R8d1d6d98ca09411d" /><Relationship Type="http://schemas.openxmlformats.org/officeDocument/2006/relationships/slide" Target="/ppt/slides/slide6.xml" Id="Re2fb211e722f4439" /><Relationship Type="http://schemas.openxmlformats.org/officeDocument/2006/relationships/slide" Target="/ppt/slides/slide7.xml" Id="R365083e2b3544c69" /><Relationship Type="http://schemas.openxmlformats.org/officeDocument/2006/relationships/slide" Target="/ppt/slides/slide8.xml" Id="Red7cd43367fc44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178a7d877d47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b2e61241bd4759" /><Relationship Type="http://schemas.openxmlformats.org/officeDocument/2006/relationships/notesMaster" Target="/ppt/notesMasters/notesMaster1.xml" Id="R773550a43bc547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bd745444224d87" /><Relationship Type="http://schemas.openxmlformats.org/officeDocument/2006/relationships/notesMaster" Target="/ppt/notesMasters/notesMaster1.xml" Id="Rf1d5418fc0094a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1fb4eb644141a6" /><Relationship Type="http://schemas.openxmlformats.org/officeDocument/2006/relationships/notesMaster" Target="/ppt/notesMasters/notesMaster1.xml" Id="Raa7dfd7b5ec64e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c6539f85894a75" /><Relationship Type="http://schemas.openxmlformats.org/officeDocument/2006/relationships/notesMaster" Target="/ppt/notesMasters/notesMaster1.xml" Id="R4ef65f983b4144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0683d66e1e4474" /><Relationship Type="http://schemas.openxmlformats.org/officeDocument/2006/relationships/notesMaster" Target="/ppt/notesMasters/notesMaster1.xml" Id="R2b0b2beab69f43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d17a15136b4788" /><Relationship Type="http://schemas.openxmlformats.org/officeDocument/2006/relationships/notesMaster" Target="/ppt/notesMasters/notesMaster1.xml" Id="R767944ed5b0d43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0ba0e209ef45d1" /><Relationship Type="http://schemas.openxmlformats.org/officeDocument/2006/relationships/notesMaster" Target="/ppt/notesMasters/notesMaster1.xml" Id="Rf71cdaeadde44b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38bbfee7f24457" /><Relationship Type="http://schemas.openxmlformats.org/officeDocument/2006/relationships/notesMaster" Target="/ppt/notesMasters/notesMaster1.xml" Id="R0b8a05b90ac047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بَيان منصة تعمل اليوم لشرح المحتوى الإسلامي من مصادر معتمدة. المستخدم يسأل بلغته، وبَيان يراعي ما يعرفه والجمهور الذي يخاطبه. هدفنا أن يبقى المعنى موثوقاً، وأن يصبح الشرح مفهوماً لمن يتلقاه.</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المصادر: Bayan_IslamicAI_Proposal.pdf؛ موقع بَيان الحالي</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المستخدم لا يحتاج إلى جمع نتائج بحث متفرقة ثم محاولة شرحها. في بَيان، يحدد اللغة والجمهور، ثم يرى شرحاً ونصوص المصادر وروابطها. هذه لقطة من الموقع الفعلي لإجابة محفوظة، ويمكن فتح المصدر والعودة إلى السؤال من السجل. يستفيد منها المتعلم، ومعد المحتوى، والجهة الدعوية التي تخاطب جماهير مختلفة.</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المصادر: website-evidence/T01-saved-answer.jpg؛ src/web/templates/index.html؛ src/web/static/js/history.js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نحن نستثمر وقت المعالجة في خطوات واضحة: فحص نوع الطلب، وتحليل السؤال، واسترجاع النصوص، ثم فحص كفاية الأدلة وصياغة الشرح ومراجعته. بعد ذلك نضبط المصطلحات ونربط الإجابة بمصادرها ببصمة سلامة. عند الحاجة تنقّح المنصة البحث. لذلك قد تحتاج الإجابة إلى وقت، لأننا نراجع الدليل والمعنى قبل العرض. هذه طبقات تحقق فعلية تظهر في الموقع. والفتاوى الشخصية تُحال إلى أهل الاختصاص، ولا نختلق نصاً لإكمال إجابة.</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المصادر: website-evidence/verification-stages-visible.txt؛ verification-stages-website.jpg؛ src/core/orchestrator.py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هنا تجربتان عربيتان حقيقيتان. السؤال الأول يقول صراحة إن صاحبه لا يعرف شيئاً عن الإسلام، فيبدأ الشرح بالمعنى الأساسي. السؤال الآخر يقول إنه يعرف المعنى إجمالاً ويطلب أقسام التوحيد، فتأتي الإجابة مفصلة بحسب هذا الطلب. سجل التحليل صنف المثالين مبتدئاً ومتوسط المعرفة. مستوى B الظاهر في الواجهة يصف نوع الإجابة، وهو مختلف عن تصنيف معرفة السائل.</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المصادر: website-evidence/knowledge-beginner-website.jpg؛ knowledge-experienced-website.jpg؛ showcase/beginner.json؛ showcase/experienced.json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ثبتنا السؤال العربي واللغة، وغيّرنا الجمهور فقط. في النسخة العامة يبدأ بَيان بالمعنى الشرعي للدعوة. وفي النسخة الغربية يقدم المعنى اللغوي أولاً، ثم المعنى الشرعي ويعالج فكرة إجبار الآخرين على تغيير الدين. الاختلاف الذي نراه هو ترتيب الشرح وصياغته، مع حفظ المعنى المركزي وإظهار المصادر. اختيار الجمهور ظاهر في اللقطتين.</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المصادر: website-evidence/localization-general-website.jpg؛ localization-western-website.jpg؛ visible.txt لكل مثال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كتبنا سؤالاً عربياً عن اتجاه المسلمين نحو الكعبة، واخترنا الإنجليزية والجمهور الغربي. بَيان قدم الشرح بالإنجليزية، ثم نسخة عربية، مع النصوص وروابط المصادر. المقصود بالتعدد اللغوي هنا تجربة كاملة تبدأ بلغة السؤال وتنتهي بشرح يمكن تقديمه للجمهور المقصود. نصوص القرآن وترجماتها في هذه التجربة تأتي من المصدر المنشور. اللقطتان من الإجابة نفسها في الموقع.</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المصادر: website-evidence/multilingual-website.jpg؛ multilingual-arabic-website.jpg؛ multilingual-visible.txt؛ QuranEnc links shown in screenshot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هذه نتيجة الاختبار المحلي الكامل الذي طبق حالات المنظم المنشورة. نجحت الحالات الاثنتا عشرة، وجميع التحققات الواحدة والأربعين. شمل التشغيل أربعة وعشرين مدخلاً فعلياً، دون إعادة استخدام إجابات سابقة، مع وجود مصادر مخزنة مسبقاً. اكتمل في السادس من أكتوبر الساعة الثامنة واثنتين وخمسين مساءً بتوقيت الرياض. الإحالة في الفتوى والامتناع عن اختلاق حديث هما نتيجتان مطلوبتان وناجحتان. هذه نتيجة تحققنا المحلي وليست نتيجة تحكيم المسابقة. ولدينا لقطة موقع داعمة لكل حالة.</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المصادر: data/evaluation_runs/2026-10-06-complete-current/run.json وmanifest.json؛ website-evidence/TEST_MATRIX.md؛ نتائج التشغيل تخص بصمة النسخة المسجلة واللقطات تخص الموقع الحالي</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بَيان منتج يعمل، ولدينا تجربة قابلة لإعادة العرض ونتائج تحقق مسجلة. قيمته أنه يجمع السؤال والمصادر والشرح المناسب للجمهور في مكان واحد، مع حفظ الحدود العلمية. يمكن للمتعلمين ومعدي المحتوى والمراكز الدعوية استخدام هذه التجربة. تحفظ المنصة المصادر المعتمدة للإفادة منها مجدداً، وتعيد فتح الإجابات المراجعة في السجل. هذا هو بَيان: معرفة موثقة تصل إلى جمهورها.</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المصادر: الموقع الفعلي؛ GitHub repository supplied by owner؛ README setup material follows in repository preparation stage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435c46b6d94b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f157a8874d4643" /><Relationship Type="http://schemas.openxmlformats.org/officeDocument/2006/relationships/image" Target="/ppt/media/image.png" Id="R48722d4e57f94c6c" /><Relationship Type="http://schemas.openxmlformats.org/officeDocument/2006/relationships/image" Target="/ppt/media/image2.png" Id="R9b4078747bbb49b7" /><Relationship Type="http://schemas.openxmlformats.org/officeDocument/2006/relationships/image" Target="/ppt/media/image3.png" Id="R74f92c584bb24065" /><Relationship Type="http://schemas.openxmlformats.org/officeDocument/2006/relationships/image" Target="/ppt/media/image4.png" Id="R1f39692f668341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2bd0b3b16e044f1" /><Relationship Type="http://schemas.openxmlformats.org/officeDocument/2006/relationships/image" Target="/ppt/media/image5.png" Id="Rdf39374a01604255" /><Relationship Type="http://schemas.openxmlformats.org/officeDocument/2006/relationships/image" Target="/ppt/media/image2.png" Id="Rc931030b87bf48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ccd77bc5f84975" /><Relationship Type="http://schemas.openxmlformats.org/officeDocument/2006/relationships/image" Target="/ppt/media/image6.png" Id="R3ea81bd9ee304556" /><Relationship Type="http://schemas.openxmlformats.org/officeDocument/2006/relationships/image" Target="/ppt/media/image2.png" Id="Ra116f5da2b1742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971b43b5484c44" /><Relationship Type="http://schemas.openxmlformats.org/officeDocument/2006/relationships/image" Target="/ppt/media/image5.png" Id="R69ee78444a0a4d72" /><Relationship Type="http://schemas.openxmlformats.org/officeDocument/2006/relationships/image" Target="/ppt/media/image2.png" Id="R04de2fdd916843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ab6722e70e4d87" /><Relationship Type="http://schemas.openxmlformats.org/officeDocument/2006/relationships/image" Target="/ppt/media/image5.png" Id="R9e8f145bfe614a24" /><Relationship Type="http://schemas.openxmlformats.org/officeDocument/2006/relationships/image" Target="/ppt/media/image2.png" Id="R2065608962ca4b7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4518ed96fcd4048" /><Relationship Type="http://schemas.openxmlformats.org/officeDocument/2006/relationships/image" Target="/ppt/media/image5.png" Id="Rc7fcf62d1cb649b8" /><Relationship Type="http://schemas.openxmlformats.org/officeDocument/2006/relationships/image" Target="/ppt/media/image2.png" Id="R970895b9080f4a7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21f14e5e39d401b" /><Relationship Type="http://schemas.openxmlformats.org/officeDocument/2006/relationships/image" Target="/ppt/media/image5.png" Id="R993571c893a743f4" /><Relationship Type="http://schemas.openxmlformats.org/officeDocument/2006/relationships/image" Target="/ppt/media/image2.png" Id="R5eac9497419549c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328d03b76344946" /><Relationship Type="http://schemas.openxmlformats.org/officeDocument/2006/relationships/image" Target="/ppt/media/image5.png" Id="Rb42795e482c549a0" /><Relationship Type="http://schemas.openxmlformats.org/officeDocument/2006/relationships/image" Target="/ppt/media/image2.png" Id="Re15f458e72ba424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e21b711de59438d" /><Relationship Type="http://schemas.openxmlformats.org/officeDocument/2006/relationships/image" Target="/ppt/media/image7.png" Id="R88b0e201933b43fd" /><Relationship Type="http://schemas.openxmlformats.org/officeDocument/2006/relationships/image" Target="/ppt/media/image8.png" Id="R0984fdf0497f404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710ead10d334831" /><Relationship Type="http://schemas.openxmlformats.org/officeDocument/2006/relationships/image" Target="/ppt/media/image5.png" Id="Re7ec95227b4b49bc" /><Relationship Type="http://schemas.openxmlformats.org/officeDocument/2006/relationships/image" Target="/ppt/media/image2.png" Id="R3170eac4d21e48b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b3c23baea99b49a6" /><Relationship Type="http://schemas.openxmlformats.org/officeDocument/2006/relationships/image" Target="/ppt/media/image5.png" Id="R9c41d0740511443b" /><Relationship Type="http://schemas.openxmlformats.org/officeDocument/2006/relationships/image" Target="/ppt/media/image2.png" Id="R848077dc071b413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6427adb68d374490" /><Relationship Type="http://schemas.openxmlformats.org/officeDocument/2006/relationships/image" Target="/ppt/media/image5.png" Id="R12fa165291924c6b" /><Relationship Type="http://schemas.openxmlformats.org/officeDocument/2006/relationships/image" Target="/ppt/media/image2.png" Id="R547b528284264f9c"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24383979ddb84673" /><Relationship Type="http://schemas.openxmlformats.org/officeDocument/2006/relationships/image" Target="/ppt/media/image7.png" Id="R1029918b815d496f" /><Relationship Type="http://schemas.openxmlformats.org/officeDocument/2006/relationships/image" Target="/ppt/media/image8.png" Id="R223bd018149e435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c1684ca4dbe444f3" /><Relationship Type="http://schemas.openxmlformats.org/officeDocument/2006/relationships/image" Target="/ppt/media/image7.png" Id="R5a6729cc492c4480" /><Relationship Type="http://schemas.openxmlformats.org/officeDocument/2006/relationships/image" Target="/ppt/media/image8.png" Id="R34bf31d6b6f14edb"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79ed73ad1a6a4454" /><Relationship Type="http://schemas.openxmlformats.org/officeDocument/2006/relationships/image" Target="/ppt/media/image5.png" Id="R0262a320cc024a24" /><Relationship Type="http://schemas.openxmlformats.org/officeDocument/2006/relationships/image" Target="/ppt/media/image2.png" Id="Rc8b63550265a4a47"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8c27496785a94e32" /><Relationship Type="http://schemas.openxmlformats.org/officeDocument/2006/relationships/image" Target="/ppt/media/image5.png" Id="Re871100329b94bf7" /><Relationship Type="http://schemas.openxmlformats.org/officeDocument/2006/relationships/image" Target="/ppt/media/image2.png" Id="Rae73e6f6397d407b"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2f85e3e3a34b4db5" /><Relationship Type="http://schemas.openxmlformats.org/officeDocument/2006/relationships/image" Target="/ppt/media/image5.png" Id="R81b0dcc262f64e65" /><Relationship Type="http://schemas.openxmlformats.org/officeDocument/2006/relationships/image" Target="/ppt/media/image2.png" Id="R6c04979f7a3744e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f5a2e99b374b40c0" /><Relationship Type="http://schemas.openxmlformats.org/officeDocument/2006/relationships/image" Target="/ppt/media/image5.png" Id="Rcb607fec329a4cc8"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c15d78447f88409f" /><Relationship Type="http://schemas.openxmlformats.org/officeDocument/2006/relationships/image" Target="/ppt/media/image5.png" Id="R48cc15da08924936" /><Relationship Type="http://schemas.openxmlformats.org/officeDocument/2006/relationships/image" Target="/ppt/media/image2.png" Id="Rd4f8a975d84d4b0a"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49772881b8f741aa" /><Relationship Type="http://schemas.openxmlformats.org/officeDocument/2006/relationships/image" Target="/ppt/media/image5.png" Id="R782ed16993e24b88" /><Relationship Type="http://schemas.openxmlformats.org/officeDocument/2006/relationships/image" Target="/ppt/media/image2.png" Id="Rec1795149b13451e"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c73f3014c41f4369" /><Relationship Type="http://schemas.openxmlformats.org/officeDocument/2006/relationships/image" Target="/ppt/media/image5.png" Id="Re419e4844f3b4d89" /><Relationship Type="http://schemas.openxmlformats.org/officeDocument/2006/relationships/image" Target="/ppt/media/image2.png" Id="R40b9e4be9a924cfe"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085b399ef51342dd" /><Relationship Type="http://schemas.openxmlformats.org/officeDocument/2006/relationships/image" Target="/ppt/media/image5.png" Id="R159acb94dded4b98" /><Relationship Type="http://schemas.openxmlformats.org/officeDocument/2006/relationships/image" Target="/ppt/media/image2.png" Id="R8f564d43d0854898"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ad631b671b544102" /><Relationship Type="http://schemas.openxmlformats.org/officeDocument/2006/relationships/image" Target="/ppt/media/image7.png" Id="R81f942ad1445480e" /><Relationship Type="http://schemas.openxmlformats.org/officeDocument/2006/relationships/image" Target="/ppt/media/image8.png" Id="Rd0c35b8f803c422c"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13bd14c17b254e2c" /><Relationship Type="http://schemas.openxmlformats.org/officeDocument/2006/relationships/image" Target="/ppt/media/image6.png" Id="R2363f043e003441c" /><Relationship Type="http://schemas.openxmlformats.org/officeDocument/2006/relationships/image" Target="/ppt/media/image2.png" Id="R32b786e44c0243d3" /><Relationship Type="http://schemas.openxmlformats.org/officeDocument/2006/relationships/image" Target="/ppt/media/image9.png" Id="R98d69260c9c043bc" /><Relationship Type="http://schemas.openxmlformats.org/officeDocument/2006/relationships/image" Target="/ppt/media/image10.png" Id="Rf37d6ebc665c4c19"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غلاف المشروع">
  <p:cSld name="غلاف المشروع">
    <p:bg>
      <p:bgPr>
        <a:solidFill xmlns:a="http://schemas.openxmlformats.org/drawingml/2006/main">
          <a:srgbClr val="12183F"/>
        </a:solidFill>
      </p:bgPr>
    </p:bg>
    <p:spTree>
      <p:nvGrpSpPr>
        <p:cNvPr id="1" name=""/>
        <p:cNvGrpSpPr/>
        <p:nvPr/>
      </p:nvGrpSpPr>
      <p:grpSpPr>
        <a:xfrm xmlns:a="http://schemas.openxmlformats.org/drawingml/2006/main"/>
      </p:grpSpPr>
      <p:pic>
        <p:nvPicPr>
          <p:cNvPr id="24" name="Google Shape;12;p34"/>
          <p:cNvPicPr>
            <a:picLocks xmlns:a="http://schemas.openxmlformats.org/drawingml/2006/main" noChangeAspect="1"/>
          </p:cNvPicPr>
          <p:nvPr/>
        </p:nvPicPr>
        <p:blipFill rotWithShape="1">
          <a:blip xmlns:r="http://schemas.openxmlformats.org/officeDocument/2006/relationships" xmlns:a="http://schemas.openxmlformats.org/drawingml/2006/main" r:embed="R48722d4e57f94c6c">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25" name="Google Shape;13;p34"/>
          <p:cNvPicPr>
            <a:picLocks xmlns:a="http://schemas.openxmlformats.org/drawingml/2006/main" noChangeAspect="1"/>
          </p:cNvPicPr>
          <p:nvPr/>
        </p:nvPicPr>
        <p:blipFill rotWithShape="1">
          <a:blip xmlns:r="http://schemas.openxmlformats.org/officeDocument/2006/relationships" xmlns:a="http://schemas.openxmlformats.org/drawingml/2006/main" r:embed="R9b4078747bbb49b7">
            <a:alphaModFix/>
          </a:blip>
          <a:srcRect xmlns:a="http://schemas.openxmlformats.org/drawingml/2006/main" l="0" t="0" r="0" b="0"/>
          <a:stretch xmlns:a="http://schemas.openxmlformats.org/drawingml/2006/main"/>
        </p:blipFill>
        <p:spPr>
          <a:xfrm xmlns:a="http://schemas.openxmlformats.org/drawingml/2006/main">
            <a:off x="1066800" y="876872"/>
            <a:ext cx="6572250" cy="1684781"/>
          </a:xfrm>
          <a:prstGeom xmlns:a="http://schemas.openxmlformats.org/drawingml/2006/main" prst="rect">
            <a:avLst/>
          </a:prstGeom>
          <a:ln xmlns:a="http://schemas.openxmlformats.org/drawingml/2006/main">
            <a:noFill/>
          </a:ln>
        </p:spPr>
      </p:pic>
      <p:pic>
        <p:nvPicPr>
          <p:cNvPr id="26" name="Google Shape;14;p34"/>
          <p:cNvPicPr>
            <a:picLocks xmlns:a="http://schemas.openxmlformats.org/drawingml/2006/main" noChangeAspect="1"/>
          </p:cNvPicPr>
          <p:nvPr/>
        </p:nvPicPr>
        <p:blipFill rotWithShape="1">
          <a:blip xmlns:r="http://schemas.openxmlformats.org/officeDocument/2006/relationships" xmlns:a="http://schemas.openxmlformats.org/drawingml/2006/main" r:embed="R74f92c584bb24065">
            <a:alphaModFix/>
          </a:blip>
          <a:srcRect xmlns:a="http://schemas.openxmlformats.org/drawingml/2006/main" l="0" t="0" r="0" b="0"/>
          <a:stretch xmlns:a="http://schemas.openxmlformats.org/drawingml/2006/main"/>
        </p:blipFill>
        <p:spPr>
          <a:xfrm xmlns:a="http://schemas.openxmlformats.org/drawingml/2006/main">
            <a:off x="14954250" y="840995"/>
            <a:ext cx="2190750" cy="1385061"/>
          </a:xfrm>
          <a:prstGeom xmlns:a="http://schemas.openxmlformats.org/drawingml/2006/main" prst="rect">
            <a:avLst/>
          </a:prstGeom>
          <a:ln xmlns:a="http://schemas.openxmlformats.org/drawingml/2006/main">
            <a:noFill/>
          </a:ln>
        </p:spPr>
      </p:pic>
      <p:pic>
        <p:nvPicPr>
          <p:cNvPr id="27" name="Google Shape;15;p34"/>
          <p:cNvPicPr>
            <a:picLocks xmlns:a="http://schemas.openxmlformats.org/drawingml/2006/main" noChangeAspect="1"/>
          </p:cNvPicPr>
          <p:nvPr/>
        </p:nvPicPr>
        <p:blipFill rotWithShape="1">
          <a:blip xmlns:r="http://schemas.openxmlformats.org/officeDocument/2006/relationships" xmlns:a="http://schemas.openxmlformats.org/drawingml/2006/main" r:embed="R1f39692f668341e8">
            <a:alphaModFix/>
          </a:blip>
          <a:srcRect xmlns:a="http://schemas.openxmlformats.org/drawingml/2006/main" l="0" t="0" r="0" b="0"/>
          <a:stretch xmlns:a="http://schemas.openxmlformats.org/drawingml/2006/main"/>
        </p:blipFill>
        <p:spPr>
          <a:xfrm xmlns:a="http://schemas.openxmlformats.org/drawingml/2006/main">
            <a:off x="1078258" y="3190875"/>
            <a:ext cx="6701734" cy="6191250"/>
          </a:xfrm>
          <a:prstGeom xmlns:a="http://schemas.openxmlformats.org/drawingml/2006/main" prst="rect">
            <a:avLst/>
          </a:prstGeom>
          <a:ln xmlns:a="http://schemas.openxmlformats.org/drawingml/2006/main">
            <a:noFill/>
          </a:ln>
        </p:spPr>
      </p:pic>
      <p:sp>
        <p:nvSpPr>
          <p:cNvPr id="16" name="Google Shape;16;p34">
            <a:extLst xmlns:a="http://schemas.openxmlformats.org/drawingml/2006/main">
              <a:ext uri="{FF2B5EF4-FFF2-40B4-BE49-F238E27FC236}">
                <a16:creationId xmlns:a16="http://schemas.microsoft.com/office/drawing/2014/main" id="{BD612929-910A-4F15-8798-94712421D4E5}"/>
              </a:ext>
            </a:extLst>
          </p:cNvPr>
          <p:cNvSpPr>
            <a:spLocks xmlns:a="http://schemas.openxmlformats.org/drawingml/2006/main" noGrp="1"/>
          </p:cNvSpPr>
          <p:nvPr>
            <p:ph type="title" idx="0"/>
          </p:nvPr>
        </p:nvSpPr>
        <p:spPr>
          <a:xfrm xmlns:a="http://schemas.openxmlformats.org/drawingml/2006/main">
            <a:off x="8096250" y="3524250"/>
            <a:ext cx="9048750" cy="13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7" name="Google Shape;17;p34">
            <a:extLst xmlns:a="http://schemas.openxmlformats.org/drawingml/2006/main">
              <a:ext uri="{FF2B5EF4-FFF2-40B4-BE49-F238E27FC236}">
                <a16:creationId xmlns:a16="http://schemas.microsoft.com/office/drawing/2014/main" id="{3C76089D-EE69-4988-8A76-7CAB14E1D678}"/>
              </a:ext>
            </a:extLst>
          </p:cNvPr>
          <p:cNvSpPr>
            <a:spLocks xmlns:a="http://schemas.openxmlformats.org/drawingml/2006/main" noGrp="1"/>
          </p:cNvSpPr>
          <p:nvPr>
            <p:ph type="body" idx="1"/>
          </p:nvPr>
        </p:nvSpPr>
        <p:spPr>
          <a:xfrm xmlns:a="http://schemas.openxmlformats.org/drawingml/2006/main">
            <a:off x="8096250" y="5334000"/>
            <a:ext cx="9048750" cy="1619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8" name="Google Shape;18;p34">
            <a:extLst xmlns:a="http://schemas.openxmlformats.org/drawingml/2006/main">
              <a:ext uri="{FF2B5EF4-FFF2-40B4-BE49-F238E27FC236}">
                <a16:creationId xmlns:a16="http://schemas.microsoft.com/office/drawing/2014/main" id="{52346190-2EFA-420A-8DF6-1D37DEA7CF3B}"/>
              </a:ext>
            </a:extLst>
          </p:cNvPr>
          <p:cNvSpPr>
            <a:spLocks xmlns:a="http://schemas.openxmlformats.org/drawingml/2006/main" noGrp="1"/>
          </p:cNvSpPr>
          <p:nvPr>
            <p:ph type="body" idx="2"/>
          </p:nvPr>
        </p:nvSpPr>
        <p:spPr>
          <a:xfrm xmlns:a="http://schemas.openxmlformats.org/drawingml/2006/main">
            <a:off x="8953500" y="7762875"/>
            <a:ext cx="8191500" cy="714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9" name="Google Shape;19;p34">
            <a:extLst xmlns:a="http://schemas.openxmlformats.org/drawingml/2006/main">
              <a:ext uri="{FF2B5EF4-FFF2-40B4-BE49-F238E27FC236}">
                <a16:creationId xmlns:a16="http://schemas.microsoft.com/office/drawing/2014/main" id="{38006993-4293-4D4C-BAE1-1CAA8F729D76}"/>
              </a:ext>
            </a:extLst>
          </p:cNvPr>
          <p:cNvSpPr>
            <a:spLocks xmlns:a="http://schemas.openxmlformats.org/drawingml/2006/main" noGrp="1"/>
          </p:cNvSpPr>
          <p:nvPr>
            <p:ph type="body" idx="3"/>
          </p:nvPr>
        </p:nvSpPr>
        <p:spPr>
          <a:xfrm xmlns:a="http://schemas.openxmlformats.org/drawingml/2006/main">
            <a:off x="1066800" y="9391650"/>
            <a:ext cx="54292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3.xml><?xml version="1.0" encoding="utf-8"?>
<p:sldLayout xmlns:p="http://schemas.openxmlformats.org/presentationml/2006/main" matchingName="محتويات العرض">
  <p:cSld name="محتويات العرض">
    <p:bg>
      <p:bgPr>
        <a:solidFill xmlns:a="http://schemas.openxmlformats.org/drawingml/2006/main">
          <a:srgbClr val="12183F"/>
        </a:solidFill>
      </p:bgPr>
    </p:bg>
    <p:spTree>
      <p:nvGrpSpPr>
        <p:cNvPr id="1" name=""/>
        <p:cNvGrpSpPr/>
        <p:nvPr/>
      </p:nvGrpSpPr>
      <p:grpSpPr>
        <a:xfrm xmlns:a="http://schemas.openxmlformats.org/drawingml/2006/main"/>
      </p:grpSpPr>
      <p:pic>
        <p:nvPicPr>
          <p:cNvPr id="47" name="Google Shape;21;p35"/>
          <p:cNvPicPr>
            <a:picLocks xmlns:a="http://schemas.openxmlformats.org/drawingml/2006/main" noChangeAspect="1"/>
          </p:cNvPicPr>
          <p:nvPr/>
        </p:nvPicPr>
        <p:blipFill rotWithShape="1">
          <a:blip xmlns:r="http://schemas.openxmlformats.org/officeDocument/2006/relationships" xmlns:a="http://schemas.openxmlformats.org/drawingml/2006/main" r:embed="Rdf39374a01604255">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48" name="Google Shape;22;p35"/>
          <p:cNvPicPr>
            <a:picLocks xmlns:a="http://schemas.openxmlformats.org/drawingml/2006/main" noChangeAspect="1"/>
          </p:cNvPicPr>
          <p:nvPr/>
        </p:nvPicPr>
        <p:blipFill rotWithShape="1">
          <a:blip xmlns:r="http://schemas.openxmlformats.org/officeDocument/2006/relationships" xmlns:a="http://schemas.openxmlformats.org/drawingml/2006/main" r:embed="Rc931030b87bf48ec">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23" name="Google Shape;23;p35">
            <a:extLst xmlns:a="http://schemas.openxmlformats.org/drawingml/2006/main">
              <a:ext uri="{FF2B5EF4-FFF2-40B4-BE49-F238E27FC236}">
                <a16:creationId xmlns:a16="http://schemas.microsoft.com/office/drawing/2014/main" id="{EB55B0CD-BD43-4E3C-A29D-BEA0F628B771}"/>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4" name="Google Shape;24;p35">
            <a:extLst xmlns:a="http://schemas.openxmlformats.org/drawingml/2006/main">
              <a:ext uri="{FF2B5EF4-FFF2-40B4-BE49-F238E27FC236}">
                <a16:creationId xmlns:a16="http://schemas.microsoft.com/office/drawing/2014/main" id="{1B18F2D6-8B9F-4510-8CE0-29D222BE90C5}"/>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5" name="Google Shape;25;p35">
            <a:extLst xmlns:a="http://schemas.openxmlformats.org/drawingml/2006/main">
              <a:ext uri="{FF2B5EF4-FFF2-40B4-BE49-F238E27FC236}">
                <a16:creationId xmlns:a16="http://schemas.microsoft.com/office/drawing/2014/main" id="{A64FD728-FB80-448D-B5B5-71EF94EC03A4}"/>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26" name="Google Shape;26;p35">
            <a:extLst xmlns:a="http://schemas.openxmlformats.org/drawingml/2006/main">
              <a:ext uri="{FF2B5EF4-FFF2-40B4-BE49-F238E27FC236}">
                <a16:creationId xmlns:a16="http://schemas.microsoft.com/office/drawing/2014/main" id="{77085396-08FC-4A3F-9902-75C3B4A4491B}"/>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7" name="Google Shape;27;p35">
            <a:extLst xmlns:a="http://schemas.openxmlformats.org/drawingml/2006/main">
              <a:ext uri="{FF2B5EF4-FFF2-40B4-BE49-F238E27FC236}">
                <a16:creationId xmlns:a16="http://schemas.microsoft.com/office/drawing/2014/main" id="{06314D4F-240F-4090-8E81-70B043AD1BB1}"/>
              </a:ext>
            </a:extLst>
          </p:cNvPr>
          <p:cNvSpPr>
            <a:spLocks xmlns:a="http://schemas.openxmlformats.org/drawingml/2006/main" noGrp="1"/>
          </p:cNvSpPr>
          <p:nvPr>
            <p:ph type="body" idx="2"/>
          </p:nvPr>
        </p:nvSpPr>
        <p:spPr>
          <a:xfrm xmlns:a="http://schemas.openxmlformats.org/drawingml/2006/main">
            <a:off x="12382500" y="3857625"/>
            <a:ext cx="44767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8" name="Google Shape;28;p35">
            <a:extLst xmlns:a="http://schemas.openxmlformats.org/drawingml/2006/main">
              <a:ext uri="{FF2B5EF4-FFF2-40B4-BE49-F238E27FC236}">
                <a16:creationId xmlns:a16="http://schemas.microsoft.com/office/drawing/2014/main" id="{16B7278C-454E-45AD-8025-F06DCFD46B88}"/>
              </a:ext>
            </a:extLst>
          </p:cNvPr>
          <p:cNvSpPr>
            <a:spLocks xmlns:a="http://schemas.openxmlformats.org/drawingml/2006/main" noGrp="1"/>
          </p:cNvSpPr>
          <p:nvPr>
            <p:ph type="body" idx="3"/>
          </p:nvPr>
        </p:nvSpPr>
        <p:spPr>
          <a:xfrm xmlns:a="http://schemas.openxmlformats.org/drawingml/2006/main">
            <a:off x="12382500" y="4724400"/>
            <a:ext cx="4476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9" name="Google Shape;29;p35">
            <a:extLst xmlns:a="http://schemas.openxmlformats.org/drawingml/2006/main">
              <a:ext uri="{FF2B5EF4-FFF2-40B4-BE49-F238E27FC236}">
                <a16:creationId xmlns:a16="http://schemas.microsoft.com/office/drawing/2014/main" id="{2F120C3E-A3AE-4A0D-BBF3-5697A67B4792}"/>
              </a:ext>
            </a:extLst>
          </p:cNvPr>
          <p:cNvSpPr>
            <a:spLocks xmlns:a="http://schemas.openxmlformats.org/drawingml/2006/main" noGrp="1"/>
          </p:cNvSpPr>
          <p:nvPr>
            <p:ph type="body" idx="4"/>
          </p:nvPr>
        </p:nvSpPr>
        <p:spPr>
          <a:xfrm xmlns:a="http://schemas.openxmlformats.org/drawingml/2006/main">
            <a:off x="12382500" y="5419725"/>
            <a:ext cx="4476750" cy="781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30" name="Google Shape;30;p35">
            <a:extLst xmlns:a="http://schemas.openxmlformats.org/drawingml/2006/main">
              <a:ext uri="{FF2B5EF4-FFF2-40B4-BE49-F238E27FC236}">
                <a16:creationId xmlns:a16="http://schemas.microsoft.com/office/drawing/2014/main" id="{3515B287-A857-4E76-8E5B-4BF043CC4B26}"/>
              </a:ext>
            </a:extLst>
          </p:cNvPr>
          <p:cNvSpPr>
            <a:spLocks xmlns:a="http://schemas.openxmlformats.org/drawingml/2006/main" noGrp="1"/>
          </p:cNvSpPr>
          <p:nvPr>
            <p:ph type="body" idx="5"/>
          </p:nvPr>
        </p:nvSpPr>
        <p:spPr>
          <a:xfrm xmlns:a="http://schemas.openxmlformats.org/drawingml/2006/main">
            <a:off x="7048500" y="3857625"/>
            <a:ext cx="44767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31" name="Google Shape;31;p35">
            <a:extLst xmlns:a="http://schemas.openxmlformats.org/drawingml/2006/main">
              <a:ext uri="{FF2B5EF4-FFF2-40B4-BE49-F238E27FC236}">
                <a16:creationId xmlns:a16="http://schemas.microsoft.com/office/drawing/2014/main" id="{84C999B0-124C-427F-977C-CBD67774CD3F}"/>
              </a:ext>
            </a:extLst>
          </p:cNvPr>
          <p:cNvSpPr>
            <a:spLocks xmlns:a="http://schemas.openxmlformats.org/drawingml/2006/main" noGrp="1"/>
          </p:cNvSpPr>
          <p:nvPr>
            <p:ph type="body" idx="6"/>
          </p:nvPr>
        </p:nvSpPr>
        <p:spPr>
          <a:xfrm xmlns:a="http://schemas.openxmlformats.org/drawingml/2006/main">
            <a:off x="7048500" y="4724400"/>
            <a:ext cx="4476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32" name="Google Shape;32;p35">
            <a:extLst xmlns:a="http://schemas.openxmlformats.org/drawingml/2006/main">
              <a:ext uri="{FF2B5EF4-FFF2-40B4-BE49-F238E27FC236}">
                <a16:creationId xmlns:a16="http://schemas.microsoft.com/office/drawing/2014/main" id="{01A39387-945A-465E-9371-5FF3C517659A}"/>
              </a:ext>
            </a:extLst>
          </p:cNvPr>
          <p:cNvSpPr>
            <a:spLocks xmlns:a="http://schemas.openxmlformats.org/drawingml/2006/main" noGrp="1"/>
          </p:cNvSpPr>
          <p:nvPr>
            <p:ph type="body" idx="7"/>
          </p:nvPr>
        </p:nvSpPr>
        <p:spPr>
          <a:xfrm xmlns:a="http://schemas.openxmlformats.org/drawingml/2006/main">
            <a:off x="7048500" y="5419725"/>
            <a:ext cx="4476750" cy="781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33" name="Google Shape;33;p35">
            <a:extLst xmlns:a="http://schemas.openxmlformats.org/drawingml/2006/main">
              <a:ext uri="{FF2B5EF4-FFF2-40B4-BE49-F238E27FC236}">
                <a16:creationId xmlns:a16="http://schemas.microsoft.com/office/drawing/2014/main" id="{757DD200-F39F-44F8-9447-EEC426247F4A}"/>
              </a:ext>
            </a:extLst>
          </p:cNvPr>
          <p:cNvSpPr>
            <a:spLocks xmlns:a="http://schemas.openxmlformats.org/drawingml/2006/main" noGrp="1"/>
          </p:cNvSpPr>
          <p:nvPr>
            <p:ph type="body" idx="8"/>
          </p:nvPr>
        </p:nvSpPr>
        <p:spPr>
          <a:xfrm xmlns:a="http://schemas.openxmlformats.org/drawingml/2006/main">
            <a:off x="1714500" y="3857625"/>
            <a:ext cx="44767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34" name="Google Shape;34;p35">
            <a:extLst xmlns:a="http://schemas.openxmlformats.org/drawingml/2006/main">
              <a:ext uri="{FF2B5EF4-FFF2-40B4-BE49-F238E27FC236}">
                <a16:creationId xmlns:a16="http://schemas.microsoft.com/office/drawing/2014/main" id="{B7A24948-97B9-419A-90E8-F8E7F41518F9}"/>
              </a:ext>
            </a:extLst>
          </p:cNvPr>
          <p:cNvSpPr>
            <a:spLocks xmlns:a="http://schemas.openxmlformats.org/drawingml/2006/main" noGrp="1"/>
          </p:cNvSpPr>
          <p:nvPr>
            <p:ph type="body" idx="9"/>
          </p:nvPr>
        </p:nvSpPr>
        <p:spPr>
          <a:xfrm xmlns:a="http://schemas.openxmlformats.org/drawingml/2006/main">
            <a:off x="1714500" y="4724400"/>
            <a:ext cx="4476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35" name="Google Shape;35;p35">
            <a:extLst xmlns:a="http://schemas.openxmlformats.org/drawingml/2006/main">
              <a:ext uri="{FF2B5EF4-FFF2-40B4-BE49-F238E27FC236}">
                <a16:creationId xmlns:a16="http://schemas.microsoft.com/office/drawing/2014/main" id="{E90F3963-1E76-4950-B232-1302973FE29D}"/>
              </a:ext>
            </a:extLst>
          </p:cNvPr>
          <p:cNvSpPr>
            <a:spLocks xmlns:a="http://schemas.openxmlformats.org/drawingml/2006/main" noGrp="1"/>
          </p:cNvSpPr>
          <p:nvPr>
            <p:ph type="body" idx="13"/>
          </p:nvPr>
        </p:nvSpPr>
        <p:spPr>
          <a:xfrm xmlns:a="http://schemas.openxmlformats.org/drawingml/2006/main">
            <a:off x="1714500" y="5419725"/>
            <a:ext cx="4476750" cy="781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36" name="Google Shape;36;p35">
            <a:extLst xmlns:a="http://schemas.openxmlformats.org/drawingml/2006/main">
              <a:ext uri="{FF2B5EF4-FFF2-40B4-BE49-F238E27FC236}">
                <a16:creationId xmlns:a16="http://schemas.microsoft.com/office/drawing/2014/main" id="{C065BA52-F4E0-46EE-9F31-3387B7B5C7C6}"/>
              </a:ext>
            </a:extLst>
          </p:cNvPr>
          <p:cNvSpPr>
            <a:spLocks xmlns:a="http://schemas.openxmlformats.org/drawingml/2006/main" noGrp="1"/>
          </p:cNvSpPr>
          <p:nvPr>
            <p:ph type="body" idx="14"/>
          </p:nvPr>
        </p:nvSpPr>
        <p:spPr>
          <a:xfrm xmlns:a="http://schemas.openxmlformats.org/drawingml/2006/main">
            <a:off x="12382500" y="6524625"/>
            <a:ext cx="44767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37" name="Google Shape;37;p35">
            <a:extLst xmlns:a="http://schemas.openxmlformats.org/drawingml/2006/main">
              <a:ext uri="{FF2B5EF4-FFF2-40B4-BE49-F238E27FC236}">
                <a16:creationId xmlns:a16="http://schemas.microsoft.com/office/drawing/2014/main" id="{6C4BEE14-5C63-4052-B17D-EDCEA9DEDE0C}"/>
              </a:ext>
            </a:extLst>
          </p:cNvPr>
          <p:cNvSpPr>
            <a:spLocks xmlns:a="http://schemas.openxmlformats.org/drawingml/2006/main" noGrp="1"/>
          </p:cNvSpPr>
          <p:nvPr>
            <p:ph type="body" idx="15"/>
          </p:nvPr>
        </p:nvSpPr>
        <p:spPr>
          <a:xfrm xmlns:a="http://schemas.openxmlformats.org/drawingml/2006/main">
            <a:off x="12382500" y="7391400"/>
            <a:ext cx="4476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38" name="Google Shape;38;p35">
            <a:extLst xmlns:a="http://schemas.openxmlformats.org/drawingml/2006/main">
              <a:ext uri="{FF2B5EF4-FFF2-40B4-BE49-F238E27FC236}">
                <a16:creationId xmlns:a16="http://schemas.microsoft.com/office/drawing/2014/main" id="{872E7F1A-B150-4E8D-9F75-238B41112202}"/>
              </a:ext>
            </a:extLst>
          </p:cNvPr>
          <p:cNvSpPr>
            <a:spLocks xmlns:a="http://schemas.openxmlformats.org/drawingml/2006/main" noGrp="1"/>
          </p:cNvSpPr>
          <p:nvPr>
            <p:ph type="body" idx="16"/>
          </p:nvPr>
        </p:nvSpPr>
        <p:spPr>
          <a:xfrm xmlns:a="http://schemas.openxmlformats.org/drawingml/2006/main">
            <a:off x="12382500" y="8086725"/>
            <a:ext cx="4476750" cy="781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39" name="Google Shape;39;p35">
            <a:extLst xmlns:a="http://schemas.openxmlformats.org/drawingml/2006/main">
              <a:ext uri="{FF2B5EF4-FFF2-40B4-BE49-F238E27FC236}">
                <a16:creationId xmlns:a16="http://schemas.microsoft.com/office/drawing/2014/main" id="{56AB2313-346E-4EB8-992A-BA1A58E2C161}"/>
              </a:ext>
            </a:extLst>
          </p:cNvPr>
          <p:cNvSpPr>
            <a:spLocks xmlns:a="http://schemas.openxmlformats.org/drawingml/2006/main" noGrp="1"/>
          </p:cNvSpPr>
          <p:nvPr>
            <p:ph type="body" idx="17"/>
          </p:nvPr>
        </p:nvSpPr>
        <p:spPr>
          <a:xfrm xmlns:a="http://schemas.openxmlformats.org/drawingml/2006/main">
            <a:off x="7048500" y="6524625"/>
            <a:ext cx="44767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40" name="Google Shape;40;p35">
            <a:extLst xmlns:a="http://schemas.openxmlformats.org/drawingml/2006/main">
              <a:ext uri="{FF2B5EF4-FFF2-40B4-BE49-F238E27FC236}">
                <a16:creationId xmlns:a16="http://schemas.microsoft.com/office/drawing/2014/main" id="{668BD4DB-D4B3-45D6-8414-EAE189A69305}"/>
              </a:ext>
            </a:extLst>
          </p:cNvPr>
          <p:cNvSpPr>
            <a:spLocks xmlns:a="http://schemas.openxmlformats.org/drawingml/2006/main" noGrp="1"/>
          </p:cNvSpPr>
          <p:nvPr>
            <p:ph type="body" idx="18"/>
          </p:nvPr>
        </p:nvSpPr>
        <p:spPr>
          <a:xfrm xmlns:a="http://schemas.openxmlformats.org/drawingml/2006/main">
            <a:off x="7048500" y="7391400"/>
            <a:ext cx="4476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41" name="Google Shape;41;p35">
            <a:extLst xmlns:a="http://schemas.openxmlformats.org/drawingml/2006/main">
              <a:ext uri="{FF2B5EF4-FFF2-40B4-BE49-F238E27FC236}">
                <a16:creationId xmlns:a16="http://schemas.microsoft.com/office/drawing/2014/main" id="{E52E37F5-161F-4986-AA83-A8D138277613}"/>
              </a:ext>
            </a:extLst>
          </p:cNvPr>
          <p:cNvSpPr>
            <a:spLocks xmlns:a="http://schemas.openxmlformats.org/drawingml/2006/main" noGrp="1"/>
          </p:cNvSpPr>
          <p:nvPr>
            <p:ph type="body" idx="19"/>
          </p:nvPr>
        </p:nvSpPr>
        <p:spPr>
          <a:xfrm xmlns:a="http://schemas.openxmlformats.org/drawingml/2006/main">
            <a:off x="7048500" y="8086725"/>
            <a:ext cx="4476750" cy="781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42" name="Google Shape;42;p35">
            <a:extLst xmlns:a="http://schemas.openxmlformats.org/drawingml/2006/main">
              <a:ext uri="{FF2B5EF4-FFF2-40B4-BE49-F238E27FC236}">
                <a16:creationId xmlns:a16="http://schemas.microsoft.com/office/drawing/2014/main" id="{F60CA1BA-E9CF-46F0-8FDE-C7F88C91F51B}"/>
              </a:ext>
            </a:extLst>
          </p:cNvPr>
          <p:cNvSpPr>
            <a:spLocks xmlns:a="http://schemas.openxmlformats.org/drawingml/2006/main" noGrp="1"/>
          </p:cNvSpPr>
          <p:nvPr>
            <p:ph type="body" idx="20"/>
          </p:nvPr>
        </p:nvSpPr>
        <p:spPr>
          <a:xfrm xmlns:a="http://schemas.openxmlformats.org/drawingml/2006/main">
            <a:off x="1714500" y="6524625"/>
            <a:ext cx="44767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43" name="Google Shape;43;p35">
            <a:extLst xmlns:a="http://schemas.openxmlformats.org/drawingml/2006/main">
              <a:ext uri="{FF2B5EF4-FFF2-40B4-BE49-F238E27FC236}">
                <a16:creationId xmlns:a16="http://schemas.microsoft.com/office/drawing/2014/main" id="{13D64F0A-3D77-4525-A42D-81C1EDBBBE78}"/>
              </a:ext>
            </a:extLst>
          </p:cNvPr>
          <p:cNvSpPr>
            <a:spLocks xmlns:a="http://schemas.openxmlformats.org/drawingml/2006/main" noGrp="1"/>
          </p:cNvSpPr>
          <p:nvPr>
            <p:ph type="body" idx="21"/>
          </p:nvPr>
        </p:nvSpPr>
        <p:spPr>
          <a:xfrm xmlns:a="http://schemas.openxmlformats.org/drawingml/2006/main">
            <a:off x="1714500" y="7391400"/>
            <a:ext cx="4476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44" name="Google Shape;44;p35">
            <a:extLst xmlns:a="http://schemas.openxmlformats.org/drawingml/2006/main">
              <a:ext uri="{FF2B5EF4-FFF2-40B4-BE49-F238E27FC236}">
                <a16:creationId xmlns:a16="http://schemas.microsoft.com/office/drawing/2014/main" id="{E960253B-2574-4A1E-8D9B-AA0DA137B3A0}"/>
              </a:ext>
            </a:extLst>
          </p:cNvPr>
          <p:cNvSpPr>
            <a:spLocks xmlns:a="http://schemas.openxmlformats.org/drawingml/2006/main" noGrp="1"/>
          </p:cNvSpPr>
          <p:nvPr>
            <p:ph type="body" idx="22"/>
          </p:nvPr>
        </p:nvSpPr>
        <p:spPr>
          <a:xfrm xmlns:a="http://schemas.openxmlformats.org/drawingml/2006/main">
            <a:off x="1714500" y="8086725"/>
            <a:ext cx="4476750" cy="781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4.xml><?xml version="1.0" encoding="utf-8"?>
<p:sldLayout xmlns:p="http://schemas.openxmlformats.org/presentationml/2006/main" matchingName="فاصل قسم">
  <p:cSld name="فاصل قسم">
    <p:bg>
      <p:bgPr>
        <a:solidFill xmlns:a="http://schemas.openxmlformats.org/drawingml/2006/main">
          <a:srgbClr val="12183F"/>
        </a:solidFill>
      </p:bgPr>
    </p:bg>
    <p:spTree>
      <p:nvGrpSpPr>
        <p:cNvPr id="1" name=""/>
        <p:cNvGrpSpPr/>
        <p:nvPr/>
      </p:nvGrpSpPr>
      <p:grpSpPr>
        <a:xfrm xmlns:a="http://schemas.openxmlformats.org/drawingml/2006/main"/>
      </p:grpSpPr>
      <p:pic>
        <p:nvPicPr>
          <p:cNvPr id="53" name="Google Shape;46;p36"/>
          <p:cNvPicPr>
            <a:picLocks xmlns:a="http://schemas.openxmlformats.org/drawingml/2006/main" noChangeAspect="1"/>
          </p:cNvPicPr>
          <p:nvPr/>
        </p:nvPicPr>
        <p:blipFill rotWithShape="1">
          <a:blip xmlns:r="http://schemas.openxmlformats.org/officeDocument/2006/relationships" xmlns:a="http://schemas.openxmlformats.org/drawingml/2006/main" r:embed="R3ea81bd9ee304556">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54" name="Google Shape;47;p36"/>
          <p:cNvPicPr>
            <a:picLocks xmlns:a="http://schemas.openxmlformats.org/drawingml/2006/main" noChangeAspect="1"/>
          </p:cNvPicPr>
          <p:nvPr/>
        </p:nvPicPr>
        <p:blipFill rotWithShape="1">
          <a:blip xmlns:r="http://schemas.openxmlformats.org/officeDocument/2006/relationships" xmlns:a="http://schemas.openxmlformats.org/drawingml/2006/main" r:embed="Ra116f5da2b17425b">
            <a:alphaModFix/>
          </a:blip>
          <a:srcRect xmlns:a="http://schemas.openxmlformats.org/drawingml/2006/main" l="0" t="0" r="0" b="0"/>
          <a:stretch xmlns:a="http://schemas.openxmlformats.org/drawingml/2006/main"/>
        </p:blipFill>
        <p:spPr>
          <a:xfrm xmlns:a="http://schemas.openxmlformats.org/drawingml/2006/main">
            <a:off x="1066800" y="687391"/>
            <a:ext cx="4000500" cy="1025519"/>
          </a:xfrm>
          <a:prstGeom xmlns:a="http://schemas.openxmlformats.org/drawingml/2006/main" prst="rect">
            <a:avLst/>
          </a:prstGeom>
          <a:ln xmlns:a="http://schemas.openxmlformats.org/drawingml/2006/main">
            <a:noFill/>
          </a:ln>
        </p:spPr>
      </p:pic>
      <p:sp>
        <p:nvSpPr>
          <p:cNvPr id="48" name="Google Shape;48;p36">
            <a:extLst xmlns:a="http://schemas.openxmlformats.org/drawingml/2006/main">
              <a:ext uri="{FF2B5EF4-FFF2-40B4-BE49-F238E27FC236}">
                <a16:creationId xmlns:a16="http://schemas.microsoft.com/office/drawing/2014/main" id="{50347884-EB5A-4A98-9818-C5D2F6E398AC}"/>
              </a:ext>
            </a:extLst>
          </p:cNvPr>
          <p:cNvSpPr>
            <a:spLocks xmlns:a="http://schemas.openxmlformats.org/drawingml/2006/main" noGrp="1"/>
          </p:cNvSpPr>
          <p:nvPr>
            <p:ph type="body" idx="1"/>
          </p:nvPr>
        </p:nvSpPr>
        <p:spPr>
          <a:xfrm xmlns:a="http://schemas.openxmlformats.org/drawingml/2006/main">
            <a:off x="13430250" y="3143250"/>
            <a:ext cx="3619500" cy="1238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49" name="Google Shape;49;p36">
            <a:extLst xmlns:a="http://schemas.openxmlformats.org/drawingml/2006/main">
              <a:ext uri="{FF2B5EF4-FFF2-40B4-BE49-F238E27FC236}">
                <a16:creationId xmlns:a16="http://schemas.microsoft.com/office/drawing/2014/main" id="{424A17FE-A18C-456D-9BBC-AF4BF0F94C78}"/>
              </a:ext>
            </a:extLst>
          </p:cNvPr>
          <p:cNvSpPr>
            <a:spLocks xmlns:a="http://schemas.openxmlformats.org/drawingml/2006/main" noGrp="1"/>
          </p:cNvSpPr>
          <p:nvPr>
            <p:ph type="title" idx="0"/>
          </p:nvPr>
        </p:nvSpPr>
        <p:spPr>
          <a:xfrm xmlns:a="http://schemas.openxmlformats.org/drawingml/2006/main">
            <a:off x="4953000" y="4810125"/>
            <a:ext cx="12096750" cy="1238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50" name="Google Shape;50;p36">
            <a:extLst xmlns:a="http://schemas.openxmlformats.org/drawingml/2006/main">
              <a:ext uri="{FF2B5EF4-FFF2-40B4-BE49-F238E27FC236}">
                <a16:creationId xmlns:a16="http://schemas.microsoft.com/office/drawing/2014/main" id="{AE08D0B3-5871-4D31-AC5B-337D2EF6F99E}"/>
              </a:ext>
            </a:extLst>
          </p:cNvPr>
          <p:cNvSpPr>
            <a:spLocks xmlns:a="http://schemas.openxmlformats.org/drawingml/2006/main" noGrp="1"/>
          </p:cNvSpPr>
          <p:nvPr>
            <p:ph type="body" idx="2"/>
          </p:nvPr>
        </p:nvSpPr>
        <p:spPr>
          <a:xfrm xmlns:a="http://schemas.openxmlformats.org/drawingml/2006/main">
            <a:off x="6667500" y="6572250"/>
            <a:ext cx="1038225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5.xml><?xml version="1.0" encoding="utf-8"?>
<p:sldLayout xmlns:p="http://schemas.openxmlformats.org/presentationml/2006/main" matchingName="أربع نقاط">
  <p:cSld name="أربع نقاط">
    <p:bg>
      <p:bgPr>
        <a:solidFill xmlns:a="http://schemas.openxmlformats.org/drawingml/2006/main">
          <a:srgbClr val="12183F"/>
        </a:solidFill>
      </p:bgPr>
    </p:bg>
    <p:spTree>
      <p:nvGrpSpPr>
        <p:cNvPr id="1" name=""/>
        <p:cNvGrpSpPr/>
        <p:nvPr/>
      </p:nvGrpSpPr>
      <p:grpSpPr>
        <a:xfrm xmlns:a="http://schemas.openxmlformats.org/drawingml/2006/main"/>
      </p:grpSpPr>
      <p:pic>
        <p:nvPicPr>
          <p:cNvPr id="69" name="Google Shape;52;p37"/>
          <p:cNvPicPr>
            <a:picLocks xmlns:a="http://schemas.openxmlformats.org/drawingml/2006/main" noChangeAspect="1"/>
          </p:cNvPicPr>
          <p:nvPr/>
        </p:nvPicPr>
        <p:blipFill rotWithShape="1">
          <a:blip xmlns:r="http://schemas.openxmlformats.org/officeDocument/2006/relationships" xmlns:a="http://schemas.openxmlformats.org/drawingml/2006/main" r:embed="R69ee78444a0a4d72">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70" name="Google Shape;53;p37"/>
          <p:cNvPicPr>
            <a:picLocks xmlns:a="http://schemas.openxmlformats.org/drawingml/2006/main" noChangeAspect="1"/>
          </p:cNvPicPr>
          <p:nvPr/>
        </p:nvPicPr>
        <p:blipFill rotWithShape="1">
          <a:blip xmlns:r="http://schemas.openxmlformats.org/officeDocument/2006/relationships" xmlns:a="http://schemas.openxmlformats.org/drawingml/2006/main" r:embed="R04de2fdd916843e1">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54" name="Google Shape;54;p37">
            <a:extLst xmlns:a="http://schemas.openxmlformats.org/drawingml/2006/main">
              <a:ext uri="{FF2B5EF4-FFF2-40B4-BE49-F238E27FC236}">
                <a16:creationId xmlns:a16="http://schemas.microsoft.com/office/drawing/2014/main" id="{8F01CA12-1EC1-4C87-BC02-EB3E1D17A79C}"/>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55" name="Google Shape;55;p37">
            <a:extLst xmlns:a="http://schemas.openxmlformats.org/drawingml/2006/main">
              <a:ext uri="{FF2B5EF4-FFF2-40B4-BE49-F238E27FC236}">
                <a16:creationId xmlns:a16="http://schemas.microsoft.com/office/drawing/2014/main" id="{05D33439-8B7C-4ADE-9A01-752E0F202A9F}"/>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56" name="Google Shape;56;p37">
            <a:extLst xmlns:a="http://schemas.openxmlformats.org/drawingml/2006/main">
              <a:ext uri="{FF2B5EF4-FFF2-40B4-BE49-F238E27FC236}">
                <a16:creationId xmlns:a16="http://schemas.microsoft.com/office/drawing/2014/main" id="{34496499-096A-4A8F-8DE1-915BB444C545}"/>
              </a:ext>
            </a:extLst>
          </p:cNvPr>
          <p:cNvSpPr>
            <a:spLocks xmlns:a="http://schemas.openxmlformats.org/drawingml/2006/main" noGrp="1"/>
          </p:cNvSpPr>
          <p:nvPr>
            <p:ph type="body" idx="2"/>
          </p:nvPr>
        </p:nvSpPr>
        <p:spPr>
          <a:xfrm xmlns:a="http://schemas.openxmlformats.org/drawingml/2006/main">
            <a:off x="1714500" y="2857500"/>
            <a:ext cx="15430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57" name="Google Shape;57;p37">
            <a:extLst xmlns:a="http://schemas.openxmlformats.org/drawingml/2006/main">
              <a:ext uri="{FF2B5EF4-FFF2-40B4-BE49-F238E27FC236}">
                <a16:creationId xmlns:a16="http://schemas.microsoft.com/office/drawing/2014/main" id="{11343954-0C9B-4F6B-A477-FC146FA2ED16}"/>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58" name="Google Shape;58;p37">
            <a:extLst xmlns:a="http://schemas.openxmlformats.org/drawingml/2006/main">
              <a:ext uri="{FF2B5EF4-FFF2-40B4-BE49-F238E27FC236}">
                <a16:creationId xmlns:a16="http://schemas.microsoft.com/office/drawing/2014/main" id="{DDC71D3E-5F58-4BA8-884B-D98AB8898BB4}"/>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59" name="Google Shape;59;p37">
            <a:extLst xmlns:a="http://schemas.openxmlformats.org/drawingml/2006/main">
              <a:ext uri="{FF2B5EF4-FFF2-40B4-BE49-F238E27FC236}">
                <a16:creationId xmlns:a16="http://schemas.microsoft.com/office/drawing/2014/main" id="{7C5BA771-08B9-4282-9267-594CE1D8B8FC}"/>
              </a:ext>
            </a:extLst>
          </p:cNvPr>
          <p:cNvSpPr>
            <a:spLocks xmlns:a="http://schemas.openxmlformats.org/drawingml/2006/main" noGrp="1"/>
          </p:cNvSpPr>
          <p:nvPr>
            <p:ph type="body" idx="3"/>
          </p:nvPr>
        </p:nvSpPr>
        <p:spPr>
          <a:xfrm xmlns:a="http://schemas.openxmlformats.org/drawingml/2006/main">
            <a:off x="9810750" y="3952875"/>
            <a:ext cx="7334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60" name="Google Shape;60;p37">
            <a:extLst xmlns:a="http://schemas.openxmlformats.org/drawingml/2006/main">
              <a:ext uri="{FF2B5EF4-FFF2-40B4-BE49-F238E27FC236}">
                <a16:creationId xmlns:a16="http://schemas.microsoft.com/office/drawing/2014/main" id="{27B54CA2-3FB5-4697-960F-4C1F944BF50F}"/>
              </a:ext>
            </a:extLst>
          </p:cNvPr>
          <p:cNvSpPr>
            <a:spLocks xmlns:a="http://schemas.openxmlformats.org/drawingml/2006/main" noGrp="1"/>
          </p:cNvSpPr>
          <p:nvPr>
            <p:ph type="body" idx="4"/>
          </p:nvPr>
        </p:nvSpPr>
        <p:spPr>
          <a:xfrm xmlns:a="http://schemas.openxmlformats.org/drawingml/2006/main">
            <a:off x="9810750" y="4657725"/>
            <a:ext cx="73342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61" name="Google Shape;61;p37">
            <a:extLst xmlns:a="http://schemas.openxmlformats.org/drawingml/2006/main">
              <a:ext uri="{FF2B5EF4-FFF2-40B4-BE49-F238E27FC236}">
                <a16:creationId xmlns:a16="http://schemas.microsoft.com/office/drawing/2014/main" id="{22658739-4264-4F6E-99EA-046BD49895CD}"/>
              </a:ext>
            </a:extLst>
          </p:cNvPr>
          <p:cNvSpPr>
            <a:spLocks xmlns:a="http://schemas.openxmlformats.org/drawingml/2006/main" noGrp="1"/>
          </p:cNvSpPr>
          <p:nvPr>
            <p:ph type="body" idx="5"/>
          </p:nvPr>
        </p:nvSpPr>
        <p:spPr>
          <a:xfrm xmlns:a="http://schemas.openxmlformats.org/drawingml/2006/main">
            <a:off x="1714500" y="3952875"/>
            <a:ext cx="6953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62" name="Google Shape;62;p37">
            <a:extLst xmlns:a="http://schemas.openxmlformats.org/drawingml/2006/main">
              <a:ext uri="{FF2B5EF4-FFF2-40B4-BE49-F238E27FC236}">
                <a16:creationId xmlns:a16="http://schemas.microsoft.com/office/drawing/2014/main" id="{46933F36-7AD9-47F4-A717-DCBABEC0334B}"/>
              </a:ext>
            </a:extLst>
          </p:cNvPr>
          <p:cNvSpPr>
            <a:spLocks xmlns:a="http://schemas.openxmlformats.org/drawingml/2006/main" noGrp="1"/>
          </p:cNvSpPr>
          <p:nvPr>
            <p:ph type="body" idx="6"/>
          </p:nvPr>
        </p:nvSpPr>
        <p:spPr>
          <a:xfrm xmlns:a="http://schemas.openxmlformats.org/drawingml/2006/main">
            <a:off x="1714500" y="4657725"/>
            <a:ext cx="69532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63" name="Google Shape;63;p37">
            <a:extLst xmlns:a="http://schemas.openxmlformats.org/drawingml/2006/main">
              <a:ext uri="{FF2B5EF4-FFF2-40B4-BE49-F238E27FC236}">
                <a16:creationId xmlns:a16="http://schemas.microsoft.com/office/drawing/2014/main" id="{33781649-A346-46DA-A413-01528F5DB619}"/>
              </a:ext>
            </a:extLst>
          </p:cNvPr>
          <p:cNvSpPr>
            <a:spLocks xmlns:a="http://schemas.openxmlformats.org/drawingml/2006/main" noGrp="1"/>
          </p:cNvSpPr>
          <p:nvPr>
            <p:ph type="body" idx="7"/>
          </p:nvPr>
        </p:nvSpPr>
        <p:spPr>
          <a:xfrm xmlns:a="http://schemas.openxmlformats.org/drawingml/2006/main">
            <a:off x="9810750" y="6619875"/>
            <a:ext cx="7334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64" name="Google Shape;64;p37">
            <a:extLst xmlns:a="http://schemas.openxmlformats.org/drawingml/2006/main">
              <a:ext uri="{FF2B5EF4-FFF2-40B4-BE49-F238E27FC236}">
                <a16:creationId xmlns:a16="http://schemas.microsoft.com/office/drawing/2014/main" id="{32B6A92D-9A03-401F-B3AE-F2C945A982EC}"/>
              </a:ext>
            </a:extLst>
          </p:cNvPr>
          <p:cNvSpPr>
            <a:spLocks xmlns:a="http://schemas.openxmlformats.org/drawingml/2006/main" noGrp="1"/>
          </p:cNvSpPr>
          <p:nvPr>
            <p:ph type="body" idx="8"/>
          </p:nvPr>
        </p:nvSpPr>
        <p:spPr>
          <a:xfrm xmlns:a="http://schemas.openxmlformats.org/drawingml/2006/main">
            <a:off x="9810750" y="7324725"/>
            <a:ext cx="73342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65" name="Google Shape;65;p37">
            <a:extLst xmlns:a="http://schemas.openxmlformats.org/drawingml/2006/main">
              <a:ext uri="{FF2B5EF4-FFF2-40B4-BE49-F238E27FC236}">
                <a16:creationId xmlns:a16="http://schemas.microsoft.com/office/drawing/2014/main" id="{E5AA20E9-6A07-479E-A09B-DEB391BC01B4}"/>
              </a:ext>
            </a:extLst>
          </p:cNvPr>
          <p:cNvSpPr>
            <a:spLocks xmlns:a="http://schemas.openxmlformats.org/drawingml/2006/main" noGrp="1"/>
          </p:cNvSpPr>
          <p:nvPr>
            <p:ph type="body" idx="9"/>
          </p:nvPr>
        </p:nvSpPr>
        <p:spPr>
          <a:xfrm xmlns:a="http://schemas.openxmlformats.org/drawingml/2006/main">
            <a:off x="1714500" y="6619875"/>
            <a:ext cx="6953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66" name="Google Shape;66;p37">
            <a:extLst xmlns:a="http://schemas.openxmlformats.org/drawingml/2006/main">
              <a:ext uri="{FF2B5EF4-FFF2-40B4-BE49-F238E27FC236}">
                <a16:creationId xmlns:a16="http://schemas.microsoft.com/office/drawing/2014/main" id="{B0B0A313-4E88-403D-A882-BE994815F86D}"/>
              </a:ext>
            </a:extLst>
          </p:cNvPr>
          <p:cNvSpPr>
            <a:spLocks xmlns:a="http://schemas.openxmlformats.org/drawingml/2006/main" noGrp="1"/>
          </p:cNvSpPr>
          <p:nvPr>
            <p:ph type="body" idx="13"/>
          </p:nvPr>
        </p:nvSpPr>
        <p:spPr>
          <a:xfrm xmlns:a="http://schemas.openxmlformats.org/drawingml/2006/main">
            <a:off x="1714500" y="7324725"/>
            <a:ext cx="69532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6.xml><?xml version="1.0" encoding="utf-8"?>
<p:sldLayout xmlns:p="http://schemas.openxmlformats.org/presentationml/2006/main" matchingName="نص رئيسي">
  <p:cSld name="نص رئيسي">
    <p:bg>
      <p:bgPr>
        <a:solidFill xmlns:a="http://schemas.openxmlformats.org/drawingml/2006/main">
          <a:srgbClr val="12183F"/>
        </a:solidFill>
      </p:bgPr>
    </p:bg>
    <p:spTree>
      <p:nvGrpSpPr>
        <p:cNvPr id="1" name=""/>
        <p:cNvGrpSpPr/>
        <p:nvPr/>
      </p:nvGrpSpPr>
      <p:grpSpPr>
        <a:xfrm xmlns:a="http://schemas.openxmlformats.org/drawingml/2006/main"/>
      </p:grpSpPr>
      <p:pic>
        <p:nvPicPr>
          <p:cNvPr id="79" name="Google Shape;68;p38"/>
          <p:cNvPicPr>
            <a:picLocks xmlns:a="http://schemas.openxmlformats.org/drawingml/2006/main" noChangeAspect="1"/>
          </p:cNvPicPr>
          <p:nvPr/>
        </p:nvPicPr>
        <p:blipFill rotWithShape="1">
          <a:blip xmlns:r="http://schemas.openxmlformats.org/officeDocument/2006/relationships" xmlns:a="http://schemas.openxmlformats.org/drawingml/2006/main" r:embed="R9e8f145bfe614a24">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80" name="Google Shape;69;p38"/>
          <p:cNvPicPr>
            <a:picLocks xmlns:a="http://schemas.openxmlformats.org/drawingml/2006/main" noChangeAspect="1"/>
          </p:cNvPicPr>
          <p:nvPr/>
        </p:nvPicPr>
        <p:blipFill rotWithShape="1">
          <a:blip xmlns:r="http://schemas.openxmlformats.org/officeDocument/2006/relationships" xmlns:a="http://schemas.openxmlformats.org/drawingml/2006/main" r:embed="R2065608962ca4b74">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70" name="Google Shape;70;p38">
            <a:extLst xmlns:a="http://schemas.openxmlformats.org/drawingml/2006/main">
              <a:ext uri="{FF2B5EF4-FFF2-40B4-BE49-F238E27FC236}">
                <a16:creationId xmlns:a16="http://schemas.microsoft.com/office/drawing/2014/main" id="{80101569-5912-4A0D-8B3F-79DC074664D9}"/>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71" name="Google Shape;71;p38">
            <a:extLst xmlns:a="http://schemas.openxmlformats.org/drawingml/2006/main">
              <a:ext uri="{FF2B5EF4-FFF2-40B4-BE49-F238E27FC236}">
                <a16:creationId xmlns:a16="http://schemas.microsoft.com/office/drawing/2014/main" id="{FE2428B5-EC7E-4A45-843B-4A1A2EAD9E96}"/>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72" name="Google Shape;72;p38">
            <a:extLst xmlns:a="http://schemas.openxmlformats.org/drawingml/2006/main">
              <a:ext uri="{FF2B5EF4-FFF2-40B4-BE49-F238E27FC236}">
                <a16:creationId xmlns:a16="http://schemas.microsoft.com/office/drawing/2014/main" id="{8807D5B2-E2F9-4DB5-9585-93FDA552FEE4}"/>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73" name="Google Shape;73;p38">
            <a:extLst xmlns:a="http://schemas.openxmlformats.org/drawingml/2006/main">
              <a:ext uri="{FF2B5EF4-FFF2-40B4-BE49-F238E27FC236}">
                <a16:creationId xmlns:a16="http://schemas.microsoft.com/office/drawing/2014/main" id="{CB8DE304-8391-4268-9620-3C1F02EB6B6E}"/>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74" name="Google Shape;74;p38">
            <a:extLst xmlns:a="http://schemas.openxmlformats.org/drawingml/2006/main">
              <a:ext uri="{FF2B5EF4-FFF2-40B4-BE49-F238E27FC236}">
                <a16:creationId xmlns:a16="http://schemas.microsoft.com/office/drawing/2014/main" id="{9B5E11D4-1665-4D2D-AE0D-D17350F1E89B}"/>
              </a:ext>
            </a:extLst>
          </p:cNvPr>
          <p:cNvSpPr>
            <a:spLocks xmlns:a="http://schemas.openxmlformats.org/drawingml/2006/main" noGrp="1"/>
          </p:cNvSpPr>
          <p:nvPr>
            <p:ph type="body" idx="2"/>
          </p:nvPr>
        </p:nvSpPr>
        <p:spPr>
          <a:xfrm xmlns:a="http://schemas.openxmlformats.org/drawingml/2006/main">
            <a:off x="6191250" y="4000500"/>
            <a:ext cx="10953750" cy="266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75" name="Google Shape;75;p38">
            <a:extLst xmlns:a="http://schemas.openxmlformats.org/drawingml/2006/main">
              <a:ext uri="{FF2B5EF4-FFF2-40B4-BE49-F238E27FC236}">
                <a16:creationId xmlns:a16="http://schemas.microsoft.com/office/drawing/2014/main" id="{441BDB39-69D1-4CA1-AD09-9C79903A47CC}"/>
              </a:ext>
            </a:extLst>
          </p:cNvPr>
          <p:cNvSpPr>
            <a:spLocks xmlns:a="http://schemas.openxmlformats.org/drawingml/2006/main" noGrp="1"/>
          </p:cNvSpPr>
          <p:nvPr>
            <p:ph type="body" idx="3"/>
          </p:nvPr>
        </p:nvSpPr>
        <p:spPr>
          <a:xfrm xmlns:a="http://schemas.openxmlformats.org/drawingml/2006/main">
            <a:off x="6191250" y="7239000"/>
            <a:ext cx="109537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76" name="Google Shape;76;p38">
            <a:extLst xmlns:a="http://schemas.openxmlformats.org/drawingml/2006/main">
              <a:ext uri="{FF2B5EF4-FFF2-40B4-BE49-F238E27FC236}">
                <a16:creationId xmlns:a16="http://schemas.microsoft.com/office/drawing/2014/main" id="{2F29CF2C-F735-4DBE-9B32-2CCC24FB00CC}"/>
              </a:ext>
            </a:extLst>
          </p:cNvPr>
          <p:cNvSpPr>
            <a:spLocks xmlns:a="http://schemas.openxmlformats.org/drawingml/2006/main" noGrp="1"/>
          </p:cNvSpPr>
          <p:nvPr>
            <p:ph type="body" idx="4"/>
          </p:nvPr>
        </p:nvSpPr>
        <p:spPr>
          <a:xfrm xmlns:a="http://schemas.openxmlformats.org/drawingml/2006/main">
            <a:off x="6191250" y="8001000"/>
            <a:ext cx="10953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7.xml><?xml version="1.0" encoding="utf-8"?>
<p:sldLayout xmlns:p="http://schemas.openxmlformats.org/presentationml/2006/main" matchingName="نص وصورة عريضة">
  <p:cSld name="نص وصورة عريضة">
    <p:bg>
      <p:bgPr>
        <a:solidFill xmlns:a="http://schemas.openxmlformats.org/drawingml/2006/main">
          <a:srgbClr val="12183F"/>
        </a:solidFill>
      </p:bgPr>
    </p:bg>
    <p:spTree>
      <p:nvGrpSpPr>
        <p:cNvPr id="1" name=""/>
        <p:cNvGrpSpPr/>
        <p:nvPr/>
      </p:nvGrpSpPr>
      <p:grpSpPr>
        <a:xfrm xmlns:a="http://schemas.openxmlformats.org/drawingml/2006/main"/>
      </p:grpSpPr>
      <p:pic>
        <p:nvPicPr>
          <p:cNvPr id="91" name="Google Shape;78;p39"/>
          <p:cNvPicPr>
            <a:picLocks xmlns:a="http://schemas.openxmlformats.org/drawingml/2006/main" noChangeAspect="1"/>
          </p:cNvPicPr>
          <p:nvPr/>
        </p:nvPicPr>
        <p:blipFill rotWithShape="1">
          <a:blip xmlns:r="http://schemas.openxmlformats.org/officeDocument/2006/relationships" xmlns:a="http://schemas.openxmlformats.org/drawingml/2006/main" r:embed="Rc7fcf62d1cb649b8">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92" name="Google Shape;79;p39"/>
          <p:cNvPicPr>
            <a:picLocks xmlns:a="http://schemas.openxmlformats.org/drawingml/2006/main" noChangeAspect="1"/>
          </p:cNvPicPr>
          <p:nvPr/>
        </p:nvPicPr>
        <p:blipFill rotWithShape="1">
          <a:blip xmlns:r="http://schemas.openxmlformats.org/officeDocument/2006/relationships" xmlns:a="http://schemas.openxmlformats.org/drawingml/2006/main" r:embed="R970895b9080f4a75">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80" name="Google Shape;80;p39">
            <a:extLst xmlns:a="http://schemas.openxmlformats.org/drawingml/2006/main">
              <a:ext uri="{FF2B5EF4-FFF2-40B4-BE49-F238E27FC236}">
                <a16:creationId xmlns:a16="http://schemas.microsoft.com/office/drawing/2014/main" id="{319B9117-9567-427F-A61D-AE048E0574E2}"/>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81" name="Google Shape;81;p39">
            <a:extLst xmlns:a="http://schemas.openxmlformats.org/drawingml/2006/main">
              <a:ext uri="{FF2B5EF4-FFF2-40B4-BE49-F238E27FC236}">
                <a16:creationId xmlns:a16="http://schemas.microsoft.com/office/drawing/2014/main" id="{8940704E-0CD0-4656-8F10-763A8D21208F}"/>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82" name="Google Shape;82;p39">
            <a:extLst xmlns:a="http://schemas.openxmlformats.org/drawingml/2006/main">
              <a:ext uri="{FF2B5EF4-FFF2-40B4-BE49-F238E27FC236}">
                <a16:creationId xmlns:a16="http://schemas.microsoft.com/office/drawing/2014/main" id="{6DCE470F-13EA-4627-8D9A-4B5B5E3283E9}"/>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83" name="Google Shape;83;p39">
            <a:extLst xmlns:a="http://schemas.openxmlformats.org/drawingml/2006/main">
              <a:ext uri="{FF2B5EF4-FFF2-40B4-BE49-F238E27FC236}">
                <a16:creationId xmlns:a16="http://schemas.microsoft.com/office/drawing/2014/main" id="{08920885-6F6E-4DA4-BA4A-1A8104B0491C}"/>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84" name="Google Shape;84;p39">
            <a:extLst xmlns:a="http://schemas.openxmlformats.org/drawingml/2006/main">
              <a:ext uri="{FF2B5EF4-FFF2-40B4-BE49-F238E27FC236}">
                <a16:creationId xmlns:a16="http://schemas.microsoft.com/office/drawing/2014/main" id="{24045A70-BBE7-4075-83A1-C9123FBCB48E}"/>
              </a:ext>
            </a:extLst>
          </p:cNvPr>
          <p:cNvSpPr>
            <a:spLocks xmlns:a="http://schemas.openxmlformats.org/drawingml/2006/main" noGrp="1"/>
          </p:cNvSpPr>
          <p:nvPr>
            <p:ph type="pic" idx="2"/>
          </p:nvPr>
        </p:nvSpPr>
        <p:spPr>
          <a:xfrm xmlns:a="http://schemas.openxmlformats.org/drawingml/2006/main">
            <a:off x="1428750" y="4048125"/>
            <a:ext cx="8382000" cy="4714875"/>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4A5590"/>
            </a:solidFill>
            <a:prstDash val="solid"/>
            <a:headEnd type="none" w="sm" len="sm"/>
            <a:tailEnd type="none" w="sm" len="sm"/>
          </a:ln>
        </p:spPr>
      </p:sp>
      <p:sp>
        <p:nvSpPr>
          <p:cNvPr id="85" name="Google Shape;85;p39">
            <a:extLst xmlns:a="http://schemas.openxmlformats.org/drawingml/2006/main">
              <a:ext uri="{FF2B5EF4-FFF2-40B4-BE49-F238E27FC236}">
                <a16:creationId xmlns:a16="http://schemas.microsoft.com/office/drawing/2014/main" id="{38870857-B8CF-4211-9D37-A0DB7774C5E7}"/>
              </a:ext>
            </a:extLst>
          </p:cNvPr>
          <p:cNvSpPr>
            <a:spLocks xmlns:a="http://schemas.openxmlformats.org/drawingml/2006/main" noGrp="1"/>
          </p:cNvSpPr>
          <p:nvPr>
            <p:ph type="body" idx="3"/>
          </p:nvPr>
        </p:nvSpPr>
        <p:spPr>
          <a:xfrm xmlns:a="http://schemas.openxmlformats.org/drawingml/2006/main">
            <a:off x="10763250" y="4095750"/>
            <a:ext cx="63817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86" name="Google Shape;86;p39">
            <a:extLst xmlns:a="http://schemas.openxmlformats.org/drawingml/2006/main">
              <a:ext uri="{FF2B5EF4-FFF2-40B4-BE49-F238E27FC236}">
                <a16:creationId xmlns:a16="http://schemas.microsoft.com/office/drawing/2014/main" id="{9CB55A0D-C998-4678-B714-69C8237E3BDF}"/>
              </a:ext>
            </a:extLst>
          </p:cNvPr>
          <p:cNvSpPr>
            <a:spLocks xmlns:a="http://schemas.openxmlformats.org/drawingml/2006/main" noGrp="1"/>
          </p:cNvSpPr>
          <p:nvPr>
            <p:ph type="body" idx="4"/>
          </p:nvPr>
        </p:nvSpPr>
        <p:spPr>
          <a:xfrm xmlns:a="http://schemas.openxmlformats.org/drawingml/2006/main">
            <a:off x="10763250" y="4800600"/>
            <a:ext cx="638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87" name="Google Shape;87;p39">
            <a:extLst xmlns:a="http://schemas.openxmlformats.org/drawingml/2006/main">
              <a:ext uri="{FF2B5EF4-FFF2-40B4-BE49-F238E27FC236}">
                <a16:creationId xmlns:a16="http://schemas.microsoft.com/office/drawing/2014/main" id="{90B12B78-D13F-4CA1-BF4E-B0658BFCF93C}"/>
              </a:ext>
            </a:extLst>
          </p:cNvPr>
          <p:cNvSpPr>
            <a:spLocks xmlns:a="http://schemas.openxmlformats.org/drawingml/2006/main" noGrp="1"/>
          </p:cNvSpPr>
          <p:nvPr>
            <p:ph type="body" idx="5"/>
          </p:nvPr>
        </p:nvSpPr>
        <p:spPr>
          <a:xfrm xmlns:a="http://schemas.openxmlformats.org/drawingml/2006/main">
            <a:off x="10763250" y="6667500"/>
            <a:ext cx="63817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88" name="Google Shape;88;p39">
            <a:extLst xmlns:a="http://schemas.openxmlformats.org/drawingml/2006/main">
              <a:ext uri="{FF2B5EF4-FFF2-40B4-BE49-F238E27FC236}">
                <a16:creationId xmlns:a16="http://schemas.microsoft.com/office/drawing/2014/main" id="{A1E8761F-2FF0-412B-876B-FF05506FDAF4}"/>
              </a:ext>
            </a:extLst>
          </p:cNvPr>
          <p:cNvSpPr>
            <a:spLocks xmlns:a="http://schemas.openxmlformats.org/drawingml/2006/main" noGrp="1"/>
          </p:cNvSpPr>
          <p:nvPr>
            <p:ph type="body" idx="6"/>
          </p:nvPr>
        </p:nvSpPr>
        <p:spPr>
          <a:xfrm xmlns:a="http://schemas.openxmlformats.org/drawingml/2006/main">
            <a:off x="10763250" y="7372350"/>
            <a:ext cx="638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8.xml><?xml version="1.0" encoding="utf-8"?>
<p:sldLayout xmlns:p="http://schemas.openxmlformats.org/presentationml/2006/main" matchingName="نص وصورة مربعة">
  <p:cSld name="نص وصورة مربعة">
    <p:bg>
      <p:bgPr>
        <a:solidFill xmlns:a="http://schemas.openxmlformats.org/drawingml/2006/main">
          <a:srgbClr val="12183F"/>
        </a:solidFill>
      </p:bgPr>
    </p:bg>
    <p:spTree>
      <p:nvGrpSpPr>
        <p:cNvPr id="1" name=""/>
        <p:cNvGrpSpPr/>
        <p:nvPr/>
      </p:nvGrpSpPr>
      <p:grpSpPr>
        <a:xfrm xmlns:a="http://schemas.openxmlformats.org/drawingml/2006/main"/>
      </p:grpSpPr>
      <p:pic>
        <p:nvPicPr>
          <p:cNvPr id="102" name="Google Shape;90;p40"/>
          <p:cNvPicPr>
            <a:picLocks xmlns:a="http://schemas.openxmlformats.org/drawingml/2006/main" noChangeAspect="1"/>
          </p:cNvPicPr>
          <p:nvPr/>
        </p:nvPicPr>
        <p:blipFill rotWithShape="1">
          <a:blip xmlns:r="http://schemas.openxmlformats.org/officeDocument/2006/relationships" xmlns:a="http://schemas.openxmlformats.org/drawingml/2006/main" r:embed="R993571c893a743f4">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103" name="Google Shape;91;p40"/>
          <p:cNvPicPr>
            <a:picLocks xmlns:a="http://schemas.openxmlformats.org/drawingml/2006/main" noChangeAspect="1"/>
          </p:cNvPicPr>
          <p:nvPr/>
        </p:nvPicPr>
        <p:blipFill rotWithShape="1">
          <a:blip xmlns:r="http://schemas.openxmlformats.org/officeDocument/2006/relationships" xmlns:a="http://schemas.openxmlformats.org/drawingml/2006/main" r:embed="R5eac9497419549cc">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92" name="Google Shape;92;p40">
            <a:extLst xmlns:a="http://schemas.openxmlformats.org/drawingml/2006/main">
              <a:ext uri="{FF2B5EF4-FFF2-40B4-BE49-F238E27FC236}">
                <a16:creationId xmlns:a16="http://schemas.microsoft.com/office/drawing/2014/main" id="{7066F67B-E7FD-4F50-9C6D-1CCFAA9C8C24}"/>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93" name="Google Shape;93;p40">
            <a:extLst xmlns:a="http://schemas.openxmlformats.org/drawingml/2006/main">
              <a:ext uri="{FF2B5EF4-FFF2-40B4-BE49-F238E27FC236}">
                <a16:creationId xmlns:a16="http://schemas.microsoft.com/office/drawing/2014/main" id="{48086342-B783-4221-8D0D-5B160CE26A32}"/>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94" name="Google Shape;94;p40">
            <a:extLst xmlns:a="http://schemas.openxmlformats.org/drawingml/2006/main">
              <a:ext uri="{FF2B5EF4-FFF2-40B4-BE49-F238E27FC236}">
                <a16:creationId xmlns:a16="http://schemas.microsoft.com/office/drawing/2014/main" id="{3F626115-71F7-4CB7-ADD4-AAD5280CDF8C}"/>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95" name="Google Shape;95;p40">
            <a:extLst xmlns:a="http://schemas.openxmlformats.org/drawingml/2006/main">
              <a:ext uri="{FF2B5EF4-FFF2-40B4-BE49-F238E27FC236}">
                <a16:creationId xmlns:a16="http://schemas.microsoft.com/office/drawing/2014/main" id="{E6140D5C-9C2A-45EB-B8B1-2CD9BAC67040}"/>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96" name="Google Shape;96;p40">
            <a:extLst xmlns:a="http://schemas.openxmlformats.org/drawingml/2006/main">
              <a:ext uri="{FF2B5EF4-FFF2-40B4-BE49-F238E27FC236}">
                <a16:creationId xmlns:a16="http://schemas.microsoft.com/office/drawing/2014/main" id="{6A6BB856-54E2-4A5E-988D-A739D383735D}"/>
              </a:ext>
            </a:extLst>
          </p:cNvPr>
          <p:cNvSpPr>
            <a:spLocks xmlns:a="http://schemas.openxmlformats.org/drawingml/2006/main" noGrp="1"/>
          </p:cNvSpPr>
          <p:nvPr>
            <p:ph type="pic" idx="2"/>
          </p:nvPr>
        </p:nvSpPr>
        <p:spPr>
          <a:xfrm xmlns:a="http://schemas.openxmlformats.org/drawingml/2006/main">
            <a:off x="2190750" y="3476625"/>
            <a:ext cx="5715000" cy="571500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4A5590"/>
            </a:solidFill>
            <a:prstDash val="solid"/>
            <a:headEnd type="none" w="sm" len="sm"/>
            <a:tailEnd type="none" w="sm" len="sm"/>
          </a:ln>
        </p:spPr>
      </p:sp>
      <p:sp>
        <p:nvSpPr>
          <p:cNvPr id="97" name="Google Shape;97;p40">
            <a:extLst xmlns:a="http://schemas.openxmlformats.org/drawingml/2006/main">
              <a:ext uri="{FF2B5EF4-FFF2-40B4-BE49-F238E27FC236}">
                <a16:creationId xmlns:a16="http://schemas.microsoft.com/office/drawing/2014/main" id="{5DAAE090-1F36-4FF0-B385-5F8C5912D139}"/>
              </a:ext>
            </a:extLst>
          </p:cNvPr>
          <p:cNvSpPr>
            <a:spLocks xmlns:a="http://schemas.openxmlformats.org/drawingml/2006/main" noGrp="1"/>
          </p:cNvSpPr>
          <p:nvPr>
            <p:ph type="body" idx="3"/>
          </p:nvPr>
        </p:nvSpPr>
        <p:spPr>
          <a:xfrm xmlns:a="http://schemas.openxmlformats.org/drawingml/2006/main">
            <a:off x="10001250" y="3905250"/>
            <a:ext cx="714375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98" name="Google Shape;98;p40">
            <a:extLst xmlns:a="http://schemas.openxmlformats.org/drawingml/2006/main">
              <a:ext uri="{FF2B5EF4-FFF2-40B4-BE49-F238E27FC236}">
                <a16:creationId xmlns:a16="http://schemas.microsoft.com/office/drawing/2014/main" id="{DE0CAE7C-E468-4CA5-B8E3-AA2E958BB721}"/>
              </a:ext>
            </a:extLst>
          </p:cNvPr>
          <p:cNvSpPr>
            <a:spLocks xmlns:a="http://schemas.openxmlformats.org/drawingml/2006/main" noGrp="1"/>
          </p:cNvSpPr>
          <p:nvPr>
            <p:ph type="body" idx="4"/>
          </p:nvPr>
        </p:nvSpPr>
        <p:spPr>
          <a:xfrm xmlns:a="http://schemas.openxmlformats.org/drawingml/2006/main">
            <a:off x="10001250" y="5191125"/>
            <a:ext cx="7143750" cy="2428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99" name="Google Shape;99;p40">
            <a:extLst xmlns:a="http://schemas.openxmlformats.org/drawingml/2006/main">
              <a:ext uri="{FF2B5EF4-FFF2-40B4-BE49-F238E27FC236}">
                <a16:creationId xmlns:a16="http://schemas.microsoft.com/office/drawing/2014/main" id="{09322C6A-8C2E-41B8-9452-290B67210E37}"/>
              </a:ext>
            </a:extLst>
          </p:cNvPr>
          <p:cNvSpPr>
            <a:spLocks xmlns:a="http://schemas.openxmlformats.org/drawingml/2006/main" noGrp="1"/>
          </p:cNvSpPr>
          <p:nvPr>
            <p:ph type="body" idx="5"/>
          </p:nvPr>
        </p:nvSpPr>
        <p:spPr>
          <a:xfrm xmlns:a="http://schemas.openxmlformats.org/drawingml/2006/main">
            <a:off x="10001250" y="8048625"/>
            <a:ext cx="714375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9.xml><?xml version="1.0" encoding="utf-8"?>
<p:sldLayout xmlns:p="http://schemas.openxmlformats.org/presentationml/2006/main" matchingName="مؤشرات">
  <p:cSld name="مؤشرات">
    <p:bg>
      <p:bgPr>
        <a:solidFill xmlns:a="http://schemas.openxmlformats.org/drawingml/2006/main">
          <a:srgbClr val="12183F"/>
        </a:solidFill>
      </p:bgPr>
    </p:bg>
    <p:spTree>
      <p:nvGrpSpPr>
        <p:cNvPr id="1" name=""/>
        <p:cNvGrpSpPr/>
        <p:nvPr/>
      </p:nvGrpSpPr>
      <p:grpSpPr>
        <a:xfrm xmlns:a="http://schemas.openxmlformats.org/drawingml/2006/main"/>
      </p:grpSpPr>
      <p:pic>
        <p:nvPicPr>
          <p:cNvPr id="123" name="Google Shape;101;p41"/>
          <p:cNvPicPr>
            <a:picLocks xmlns:a="http://schemas.openxmlformats.org/drawingml/2006/main" noChangeAspect="1"/>
          </p:cNvPicPr>
          <p:nvPr/>
        </p:nvPicPr>
        <p:blipFill rotWithShape="1">
          <a:blip xmlns:r="http://schemas.openxmlformats.org/officeDocument/2006/relationships" xmlns:a="http://schemas.openxmlformats.org/drawingml/2006/main" r:embed="Rb42795e482c549a0">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124" name="Google Shape;102;p41"/>
          <p:cNvPicPr>
            <a:picLocks xmlns:a="http://schemas.openxmlformats.org/drawingml/2006/main" noChangeAspect="1"/>
          </p:cNvPicPr>
          <p:nvPr/>
        </p:nvPicPr>
        <p:blipFill rotWithShape="1">
          <a:blip xmlns:r="http://schemas.openxmlformats.org/officeDocument/2006/relationships" xmlns:a="http://schemas.openxmlformats.org/drawingml/2006/main" r:embed="Re15f458e72ba424d">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103" name="Google Shape;103;p41">
            <a:extLst xmlns:a="http://schemas.openxmlformats.org/drawingml/2006/main">
              <a:ext uri="{FF2B5EF4-FFF2-40B4-BE49-F238E27FC236}">
                <a16:creationId xmlns:a16="http://schemas.microsoft.com/office/drawing/2014/main" id="{089A8F35-4F67-4F30-A2B0-3A744E2368D8}"/>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04" name="Google Shape;104;p41">
            <a:extLst xmlns:a="http://schemas.openxmlformats.org/drawingml/2006/main">
              <a:ext uri="{FF2B5EF4-FFF2-40B4-BE49-F238E27FC236}">
                <a16:creationId xmlns:a16="http://schemas.microsoft.com/office/drawing/2014/main" id="{E6806290-15D4-4AC1-89F7-8634E0DA4514}"/>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05" name="Google Shape;105;p41">
            <a:extLst xmlns:a="http://schemas.openxmlformats.org/drawingml/2006/main">
              <a:ext uri="{FF2B5EF4-FFF2-40B4-BE49-F238E27FC236}">
                <a16:creationId xmlns:a16="http://schemas.microsoft.com/office/drawing/2014/main" id="{F16D31F3-7ADE-48E8-85D7-E3A4C2FC3F9E}"/>
              </a:ext>
            </a:extLst>
          </p:cNvPr>
          <p:cNvSpPr>
            <a:spLocks xmlns:a="http://schemas.openxmlformats.org/drawingml/2006/main" noGrp="1"/>
          </p:cNvSpPr>
          <p:nvPr>
            <p:ph type="body" idx="2"/>
          </p:nvPr>
        </p:nvSpPr>
        <p:spPr>
          <a:xfrm xmlns:a="http://schemas.openxmlformats.org/drawingml/2006/main">
            <a:off x="1714500" y="2857500"/>
            <a:ext cx="15430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06" name="Google Shape;106;p41">
            <a:extLst xmlns:a="http://schemas.openxmlformats.org/drawingml/2006/main">
              <a:ext uri="{FF2B5EF4-FFF2-40B4-BE49-F238E27FC236}">
                <a16:creationId xmlns:a16="http://schemas.microsoft.com/office/drawing/2014/main" id="{F773C3B1-0BFE-49F5-ACC6-2DB24326D6AA}"/>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107" name="Google Shape;107;p41">
            <a:extLst xmlns:a="http://schemas.openxmlformats.org/drawingml/2006/main">
              <a:ext uri="{FF2B5EF4-FFF2-40B4-BE49-F238E27FC236}">
                <a16:creationId xmlns:a16="http://schemas.microsoft.com/office/drawing/2014/main" id="{FABBF50F-2390-4076-B3DD-BB9E16EB5F36}"/>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108" name="Google Shape;108;p41">
            <a:extLst xmlns:a="http://schemas.openxmlformats.org/drawingml/2006/main">
              <a:ext uri="{FF2B5EF4-FFF2-40B4-BE49-F238E27FC236}">
                <a16:creationId xmlns:a16="http://schemas.microsoft.com/office/drawing/2014/main" id="{6F9B0ECB-7A96-47A0-8161-518314D9695E}"/>
              </a:ext>
            </a:extLst>
          </p:cNvPr>
          <p:cNvSpPr>
            <a:spLocks xmlns:a="http://schemas.openxmlformats.org/drawingml/2006/main" noGrp="1"/>
          </p:cNvSpPr>
          <p:nvPr>
            <p:ph type="body" idx="3"/>
          </p:nvPr>
        </p:nvSpPr>
        <p:spPr>
          <a:xfrm xmlns:a="http://schemas.openxmlformats.org/drawingml/2006/main">
            <a:off x="13716000" y="4333875"/>
            <a:ext cx="34290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09" name="Google Shape;109;p41">
            <a:extLst xmlns:a="http://schemas.openxmlformats.org/drawingml/2006/main">
              <a:ext uri="{FF2B5EF4-FFF2-40B4-BE49-F238E27FC236}">
                <a16:creationId xmlns:a16="http://schemas.microsoft.com/office/drawing/2014/main" id="{CE8A38E4-C196-46FC-9678-B1D0230DA9FD}"/>
              </a:ext>
            </a:extLst>
          </p:cNvPr>
          <p:cNvSpPr>
            <a:spLocks xmlns:a="http://schemas.openxmlformats.org/drawingml/2006/main" noGrp="1"/>
          </p:cNvSpPr>
          <p:nvPr>
            <p:ph type="body" idx="4"/>
          </p:nvPr>
        </p:nvSpPr>
        <p:spPr>
          <a:xfrm xmlns:a="http://schemas.openxmlformats.org/drawingml/2006/main">
            <a:off x="13716000" y="6048375"/>
            <a:ext cx="3429000" cy="714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10" name="Google Shape;110;p41">
            <a:extLst xmlns:a="http://schemas.openxmlformats.org/drawingml/2006/main">
              <a:ext uri="{FF2B5EF4-FFF2-40B4-BE49-F238E27FC236}">
                <a16:creationId xmlns:a16="http://schemas.microsoft.com/office/drawing/2014/main" id="{AC9CC28A-2F88-4C2D-83F2-FD083D7888BC}"/>
              </a:ext>
            </a:extLst>
          </p:cNvPr>
          <p:cNvSpPr>
            <a:spLocks xmlns:a="http://schemas.openxmlformats.org/drawingml/2006/main" noGrp="1"/>
          </p:cNvSpPr>
          <p:nvPr>
            <p:ph type="body" idx="5"/>
          </p:nvPr>
        </p:nvSpPr>
        <p:spPr>
          <a:xfrm xmlns:a="http://schemas.openxmlformats.org/drawingml/2006/main">
            <a:off x="13716000" y="7000875"/>
            <a:ext cx="3429000" cy="1000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11" name="Google Shape;111;p41">
            <a:extLst xmlns:a="http://schemas.openxmlformats.org/drawingml/2006/main">
              <a:ext uri="{FF2B5EF4-FFF2-40B4-BE49-F238E27FC236}">
                <a16:creationId xmlns:a16="http://schemas.microsoft.com/office/drawing/2014/main" id="{091A1950-6CB7-409A-A950-CCFE7A0CA13A}"/>
              </a:ext>
            </a:extLst>
          </p:cNvPr>
          <p:cNvSpPr>
            <a:spLocks xmlns:a="http://schemas.openxmlformats.org/drawingml/2006/main" noGrp="1"/>
          </p:cNvSpPr>
          <p:nvPr>
            <p:ph type="body" idx="6"/>
          </p:nvPr>
        </p:nvSpPr>
        <p:spPr>
          <a:xfrm xmlns:a="http://schemas.openxmlformats.org/drawingml/2006/main">
            <a:off x="9715500" y="4333875"/>
            <a:ext cx="34290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12" name="Google Shape;112;p41">
            <a:extLst xmlns:a="http://schemas.openxmlformats.org/drawingml/2006/main">
              <a:ext uri="{FF2B5EF4-FFF2-40B4-BE49-F238E27FC236}">
                <a16:creationId xmlns:a16="http://schemas.microsoft.com/office/drawing/2014/main" id="{4ABE67E6-54C0-46D2-BAA3-EC4830CB6B95}"/>
              </a:ext>
            </a:extLst>
          </p:cNvPr>
          <p:cNvSpPr>
            <a:spLocks xmlns:a="http://schemas.openxmlformats.org/drawingml/2006/main" noGrp="1"/>
          </p:cNvSpPr>
          <p:nvPr>
            <p:ph type="body" idx="7"/>
          </p:nvPr>
        </p:nvSpPr>
        <p:spPr>
          <a:xfrm xmlns:a="http://schemas.openxmlformats.org/drawingml/2006/main">
            <a:off x="9715500" y="6048375"/>
            <a:ext cx="3429000" cy="714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13" name="Google Shape;113;p41">
            <a:extLst xmlns:a="http://schemas.openxmlformats.org/drawingml/2006/main">
              <a:ext uri="{FF2B5EF4-FFF2-40B4-BE49-F238E27FC236}">
                <a16:creationId xmlns:a16="http://schemas.microsoft.com/office/drawing/2014/main" id="{D4D9FB7B-D9E1-4311-9058-BE76FE5B0A96}"/>
              </a:ext>
            </a:extLst>
          </p:cNvPr>
          <p:cNvSpPr>
            <a:spLocks xmlns:a="http://schemas.openxmlformats.org/drawingml/2006/main" noGrp="1"/>
          </p:cNvSpPr>
          <p:nvPr>
            <p:ph type="body" idx="8"/>
          </p:nvPr>
        </p:nvSpPr>
        <p:spPr>
          <a:xfrm xmlns:a="http://schemas.openxmlformats.org/drawingml/2006/main">
            <a:off x="9715500" y="7000875"/>
            <a:ext cx="3429000" cy="1000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14" name="Google Shape;114;p41">
            <a:extLst xmlns:a="http://schemas.openxmlformats.org/drawingml/2006/main">
              <a:ext uri="{FF2B5EF4-FFF2-40B4-BE49-F238E27FC236}">
                <a16:creationId xmlns:a16="http://schemas.microsoft.com/office/drawing/2014/main" id="{746C5707-E27F-4015-ABDC-15E9FCCACFEA}"/>
              </a:ext>
            </a:extLst>
          </p:cNvPr>
          <p:cNvSpPr>
            <a:spLocks xmlns:a="http://schemas.openxmlformats.org/drawingml/2006/main" noGrp="1"/>
          </p:cNvSpPr>
          <p:nvPr>
            <p:ph type="body" idx="9"/>
          </p:nvPr>
        </p:nvSpPr>
        <p:spPr>
          <a:xfrm xmlns:a="http://schemas.openxmlformats.org/drawingml/2006/main">
            <a:off x="5715000" y="4333875"/>
            <a:ext cx="34290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15" name="Google Shape;115;p41">
            <a:extLst xmlns:a="http://schemas.openxmlformats.org/drawingml/2006/main">
              <a:ext uri="{FF2B5EF4-FFF2-40B4-BE49-F238E27FC236}">
                <a16:creationId xmlns:a16="http://schemas.microsoft.com/office/drawing/2014/main" id="{7C0DC872-FCA4-4F23-8C30-EC2B32166B26}"/>
              </a:ext>
            </a:extLst>
          </p:cNvPr>
          <p:cNvSpPr>
            <a:spLocks xmlns:a="http://schemas.openxmlformats.org/drawingml/2006/main" noGrp="1"/>
          </p:cNvSpPr>
          <p:nvPr>
            <p:ph type="body" idx="13"/>
          </p:nvPr>
        </p:nvSpPr>
        <p:spPr>
          <a:xfrm xmlns:a="http://schemas.openxmlformats.org/drawingml/2006/main">
            <a:off x="5715000" y="6048375"/>
            <a:ext cx="3429000" cy="714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16" name="Google Shape;116;p41">
            <a:extLst xmlns:a="http://schemas.openxmlformats.org/drawingml/2006/main">
              <a:ext uri="{FF2B5EF4-FFF2-40B4-BE49-F238E27FC236}">
                <a16:creationId xmlns:a16="http://schemas.microsoft.com/office/drawing/2014/main" id="{07A10AAB-D23E-42A5-A181-D1A859BDE3EE}"/>
              </a:ext>
            </a:extLst>
          </p:cNvPr>
          <p:cNvSpPr>
            <a:spLocks xmlns:a="http://schemas.openxmlformats.org/drawingml/2006/main" noGrp="1"/>
          </p:cNvSpPr>
          <p:nvPr>
            <p:ph type="body" idx="14"/>
          </p:nvPr>
        </p:nvSpPr>
        <p:spPr>
          <a:xfrm xmlns:a="http://schemas.openxmlformats.org/drawingml/2006/main">
            <a:off x="5715000" y="7000875"/>
            <a:ext cx="3429000" cy="1000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17" name="Google Shape;117;p41">
            <a:extLst xmlns:a="http://schemas.openxmlformats.org/drawingml/2006/main">
              <a:ext uri="{FF2B5EF4-FFF2-40B4-BE49-F238E27FC236}">
                <a16:creationId xmlns:a16="http://schemas.microsoft.com/office/drawing/2014/main" id="{90DD1507-BDC5-46DF-AEFE-024EEDE9E9E4}"/>
              </a:ext>
            </a:extLst>
          </p:cNvPr>
          <p:cNvSpPr>
            <a:spLocks xmlns:a="http://schemas.openxmlformats.org/drawingml/2006/main" noGrp="1"/>
          </p:cNvSpPr>
          <p:nvPr>
            <p:ph type="body" idx="15"/>
          </p:nvPr>
        </p:nvSpPr>
        <p:spPr>
          <a:xfrm xmlns:a="http://schemas.openxmlformats.org/drawingml/2006/main">
            <a:off x="1714500" y="4333875"/>
            <a:ext cx="34290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18" name="Google Shape;118;p41">
            <a:extLst xmlns:a="http://schemas.openxmlformats.org/drawingml/2006/main">
              <a:ext uri="{FF2B5EF4-FFF2-40B4-BE49-F238E27FC236}">
                <a16:creationId xmlns:a16="http://schemas.microsoft.com/office/drawing/2014/main" id="{9A6E8722-E26D-464A-8699-27466BDFD5E4}"/>
              </a:ext>
            </a:extLst>
          </p:cNvPr>
          <p:cNvSpPr>
            <a:spLocks xmlns:a="http://schemas.openxmlformats.org/drawingml/2006/main" noGrp="1"/>
          </p:cNvSpPr>
          <p:nvPr>
            <p:ph type="body" idx="16"/>
          </p:nvPr>
        </p:nvSpPr>
        <p:spPr>
          <a:xfrm xmlns:a="http://schemas.openxmlformats.org/drawingml/2006/main">
            <a:off x="1714500" y="6048375"/>
            <a:ext cx="3429000" cy="714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19" name="Google Shape;119;p41">
            <a:extLst xmlns:a="http://schemas.openxmlformats.org/drawingml/2006/main">
              <a:ext uri="{FF2B5EF4-FFF2-40B4-BE49-F238E27FC236}">
                <a16:creationId xmlns:a16="http://schemas.microsoft.com/office/drawing/2014/main" id="{E01F7EB3-2E19-4EF9-BF6C-3E0A18BBBFBB}"/>
              </a:ext>
            </a:extLst>
          </p:cNvPr>
          <p:cNvSpPr>
            <a:spLocks xmlns:a="http://schemas.openxmlformats.org/drawingml/2006/main" noGrp="1"/>
          </p:cNvSpPr>
          <p:nvPr>
            <p:ph type="body" idx="17"/>
          </p:nvPr>
        </p:nvSpPr>
        <p:spPr>
          <a:xfrm xmlns:a="http://schemas.openxmlformats.org/drawingml/2006/main">
            <a:off x="1714500" y="7000875"/>
            <a:ext cx="3429000" cy="1000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20" name="Google Shape;120;p41">
            <a:extLst xmlns:a="http://schemas.openxmlformats.org/drawingml/2006/main">
              <a:ext uri="{FF2B5EF4-FFF2-40B4-BE49-F238E27FC236}">
                <a16:creationId xmlns:a16="http://schemas.microsoft.com/office/drawing/2014/main" id="{8C17F063-23DA-4F04-94C6-C20EF27717D5}"/>
              </a:ext>
            </a:extLst>
          </p:cNvPr>
          <p:cNvSpPr>
            <a:spLocks xmlns:a="http://schemas.openxmlformats.org/drawingml/2006/main" noGrp="1"/>
          </p:cNvSpPr>
          <p:nvPr>
            <p:ph type="body" idx="18"/>
          </p:nvPr>
        </p:nvSpPr>
        <p:spPr>
          <a:xfrm xmlns:a="http://schemas.openxmlformats.org/drawingml/2006/main">
            <a:off x="1714500" y="8763000"/>
            <a:ext cx="154305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10.xml><?xml version="1.0" encoding="utf-8"?>
<p:sldLayout xmlns:p="http://schemas.openxmlformats.org/presentationml/2006/main" matchingName="رسالة رئيسية">
  <p:cSld name="رسالة رئيسية">
    <p:bg>
      <p:bgPr>
        <a:solidFill xmlns:a="http://schemas.openxmlformats.org/drawingml/2006/main">
          <a:srgbClr val="F2F4FF"/>
        </a:solidFill>
      </p:bgPr>
    </p:bg>
    <p:spTree>
      <p:nvGrpSpPr>
        <p:cNvPr id="1" name=""/>
        <p:cNvGrpSpPr/>
        <p:nvPr/>
      </p:nvGrpSpPr>
      <p:grpSpPr>
        <a:xfrm xmlns:a="http://schemas.openxmlformats.org/drawingml/2006/main"/>
      </p:grpSpPr>
      <p:pic>
        <p:nvPicPr>
          <p:cNvPr id="131" name="Google Shape;122;p42"/>
          <p:cNvPicPr>
            <a:picLocks xmlns:a="http://schemas.openxmlformats.org/drawingml/2006/main" noChangeAspect="1"/>
          </p:cNvPicPr>
          <p:nvPr/>
        </p:nvPicPr>
        <p:blipFill rotWithShape="1">
          <a:blip xmlns:r="http://schemas.openxmlformats.org/officeDocument/2006/relationships" xmlns:a="http://schemas.openxmlformats.org/drawingml/2006/main" r:embed="R88b0e201933b43fd">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132" name="Google Shape;123;p42"/>
          <p:cNvPicPr>
            <a:picLocks xmlns:a="http://schemas.openxmlformats.org/drawingml/2006/main" noChangeAspect="1"/>
          </p:cNvPicPr>
          <p:nvPr/>
        </p:nvPicPr>
        <p:blipFill rotWithShape="1">
          <a:blip xmlns:r="http://schemas.openxmlformats.org/officeDocument/2006/relationships" xmlns:a="http://schemas.openxmlformats.org/drawingml/2006/main" r:embed="R0984fdf0497f4042">
            <a:alphaModFix/>
          </a:blip>
          <a:srcRect xmlns:a="http://schemas.openxmlformats.org/drawingml/2006/main" l="0" t="0" r="0" b="0"/>
          <a:stretch xmlns:a="http://schemas.openxmlformats.org/drawingml/2006/main"/>
        </p:blipFill>
        <p:spPr>
          <a:xfrm xmlns:a="http://schemas.openxmlformats.org/drawingml/2006/main">
            <a:off x="1069873" y="685800"/>
            <a:ext cx="3994355" cy="1238250"/>
          </a:xfrm>
          <a:prstGeom xmlns:a="http://schemas.openxmlformats.org/drawingml/2006/main" prst="rect">
            <a:avLst/>
          </a:prstGeom>
          <a:ln xmlns:a="http://schemas.openxmlformats.org/drawingml/2006/main">
            <a:noFill/>
          </a:ln>
        </p:spPr>
      </p:pic>
      <p:sp>
        <p:nvSpPr>
          <p:cNvPr id="124" name="Google Shape;124;p42">
            <a:extLst xmlns:a="http://schemas.openxmlformats.org/drawingml/2006/main">
              <a:ext uri="{FF2B5EF4-FFF2-40B4-BE49-F238E27FC236}">
                <a16:creationId xmlns:a16="http://schemas.microsoft.com/office/drawing/2014/main" id="{8AB9872E-3CE2-471F-B000-D5C1EACD2DEB}"/>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4A5590"/>
                </a:solidFill>
                <a:latin typeface="Readex Pro"/>
                <a:ea typeface="Readex Pro"/>
                <a:cs typeface="Readex Pro"/>
              </a:rPr>
              <a:t>تحدي الذكاء الاصطناعي في خدمة المحتوى الإسلامي</a:t>
            </a:r>
            <a:endParaRPr/>
          </a:p>
        </p:txBody>
      </p:sp>
      <p:sp>
        <p:nvSpPr>
          <p:cNvPr id="125" name="Google Shape;125;p42">
            <a:extLst xmlns:a="http://schemas.openxmlformats.org/drawingml/2006/main">
              <a:ext uri="{FF2B5EF4-FFF2-40B4-BE49-F238E27FC236}">
                <a16:creationId xmlns:a16="http://schemas.microsoft.com/office/drawing/2014/main" id="{E520D87F-DB78-48DC-BC8C-E4F363B33818}"/>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4A5590"/>
                </a:solidFill>
                <a:latin typeface="Readex Pro"/>
                <a:ea typeface="Readex Pro"/>
                <a:cs typeface="Readex Pro"/>
              </a:defRPr>
            </a:lvl1pPr>
            <a:lvl2pPr marL="0" marR="0" indent="0" algn="l">
              <a:spcBef>
                <a:spcPts val="0"/>
              </a:spcBef>
              <a:buNone/>
              <a:defRPr sz="1800" b="0">
                <a:solidFill>
                  <a:srgbClr val="4A5590"/>
                </a:solidFill>
                <a:latin typeface="Readex Pro"/>
                <a:ea typeface="Readex Pro"/>
                <a:cs typeface="Readex Pro"/>
              </a:defRPr>
            </a:lvl2pPr>
            <a:lvl3pPr marL="0" marR="0" indent="0" algn="l">
              <a:spcBef>
                <a:spcPts val="0"/>
              </a:spcBef>
              <a:buNone/>
              <a:defRPr sz="1800" b="0">
                <a:solidFill>
                  <a:srgbClr val="4A5590"/>
                </a:solidFill>
                <a:latin typeface="Readex Pro"/>
                <a:ea typeface="Readex Pro"/>
                <a:cs typeface="Readex Pro"/>
              </a:defRPr>
            </a:lvl3pPr>
            <a:lvl4pPr marL="0" marR="0" indent="0" algn="l">
              <a:spcBef>
                <a:spcPts val="0"/>
              </a:spcBef>
              <a:buNone/>
              <a:defRPr sz="1800" b="0">
                <a:solidFill>
                  <a:srgbClr val="4A5590"/>
                </a:solidFill>
                <a:latin typeface="Readex Pro"/>
                <a:ea typeface="Readex Pro"/>
                <a:cs typeface="Readex Pro"/>
              </a:defRPr>
            </a:lvl4pPr>
            <a:lvl5pPr marL="0" marR="0" indent="0" algn="l">
              <a:spcBef>
                <a:spcPts val="0"/>
              </a:spcBef>
              <a:buNone/>
              <a:defRPr sz="1800" b="0">
                <a:solidFill>
                  <a:srgbClr val="4A5590"/>
                </a:solidFill>
                <a:latin typeface="Readex Pro"/>
                <a:ea typeface="Readex Pro"/>
                <a:cs typeface="Readex Pro"/>
              </a:defRPr>
            </a:lvl5pPr>
            <a:lvl6pPr marL="0" marR="0" indent="0" algn="l">
              <a:spcBef>
                <a:spcPts val="0"/>
              </a:spcBef>
              <a:buNone/>
              <a:defRPr sz="1800" b="0">
                <a:solidFill>
                  <a:srgbClr val="4A5590"/>
                </a:solidFill>
                <a:latin typeface="Readex Pro"/>
                <a:ea typeface="Readex Pro"/>
                <a:cs typeface="Readex Pro"/>
              </a:defRPr>
            </a:lvl6pPr>
            <a:lvl7pPr marL="0" marR="0" indent="0" algn="l">
              <a:spcBef>
                <a:spcPts val="0"/>
              </a:spcBef>
              <a:buNone/>
              <a:defRPr sz="1800" b="0">
                <a:solidFill>
                  <a:srgbClr val="4A5590"/>
                </a:solidFill>
                <a:latin typeface="Readex Pro"/>
                <a:ea typeface="Readex Pro"/>
                <a:cs typeface="Readex Pro"/>
              </a:defRPr>
            </a:lvl7pPr>
            <a:lvl8pPr marL="0" marR="0" indent="0" algn="l">
              <a:spcBef>
                <a:spcPts val="0"/>
              </a:spcBef>
              <a:buNone/>
              <a:defRPr sz="1800" b="0">
                <a:solidFill>
                  <a:srgbClr val="4A5590"/>
                </a:solidFill>
                <a:latin typeface="Readex Pro"/>
                <a:ea typeface="Readex Pro"/>
                <a:cs typeface="Readex Pro"/>
              </a:defRPr>
            </a:lvl8pPr>
            <a:lvl9pPr marL="0" marR="0" indent="0" algn="l">
              <a:spcBef>
                <a:spcPts val="0"/>
              </a:spcBef>
              <a:buNone/>
              <a:defRPr sz="1800" b="0">
                <a:solidFill>
                  <a:srgbClr val="4A5590"/>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126" name="Google Shape;126;p42">
            <a:extLst xmlns:a="http://schemas.openxmlformats.org/drawingml/2006/main">
              <a:ext uri="{FF2B5EF4-FFF2-40B4-BE49-F238E27FC236}">
                <a16:creationId xmlns:a16="http://schemas.microsoft.com/office/drawing/2014/main" id="{26374B8C-1B87-4DA9-A497-36F3033B98D7}"/>
              </a:ext>
            </a:extLst>
          </p:cNvPr>
          <p:cNvSpPr>
            <a:spLocks xmlns:a="http://schemas.openxmlformats.org/drawingml/2006/main" noGrp="1"/>
          </p:cNvSpPr>
          <p:nvPr>
            <p:ph type="title" idx="0"/>
          </p:nvPr>
        </p:nvSpPr>
        <p:spPr>
          <a:xfrm xmlns:a="http://schemas.openxmlformats.org/drawingml/2006/main">
            <a:off x="2476500" y="3143250"/>
            <a:ext cx="13335000" cy="2952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27" name="Google Shape;127;p42">
            <a:extLst xmlns:a="http://schemas.openxmlformats.org/drawingml/2006/main">
              <a:ext uri="{FF2B5EF4-FFF2-40B4-BE49-F238E27FC236}">
                <a16:creationId xmlns:a16="http://schemas.microsoft.com/office/drawing/2014/main" id="{3AAA8476-74DD-4081-89F0-66A2B8827A2E}"/>
              </a:ext>
            </a:extLst>
          </p:cNvPr>
          <p:cNvSpPr>
            <a:spLocks xmlns:a="http://schemas.openxmlformats.org/drawingml/2006/main" noGrp="1"/>
          </p:cNvSpPr>
          <p:nvPr>
            <p:ph type="body" idx="1"/>
          </p:nvPr>
        </p:nvSpPr>
        <p:spPr>
          <a:xfrm xmlns:a="http://schemas.openxmlformats.org/drawingml/2006/main">
            <a:off x="3333750" y="6905625"/>
            <a:ext cx="11620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28" name="Google Shape;128;p42">
            <a:extLst xmlns:a="http://schemas.openxmlformats.org/drawingml/2006/main">
              <a:ext uri="{FF2B5EF4-FFF2-40B4-BE49-F238E27FC236}">
                <a16:creationId xmlns:a16="http://schemas.microsoft.com/office/drawing/2014/main" id="{33F0F5A9-BD7F-44DA-9812-B6B4971833B0}"/>
              </a:ext>
            </a:extLst>
          </p:cNvPr>
          <p:cNvSpPr>
            <a:spLocks xmlns:a="http://schemas.openxmlformats.org/drawingml/2006/main" noGrp="1"/>
          </p:cNvSpPr>
          <p:nvPr>
            <p:ph type="body" idx="2"/>
          </p:nvPr>
        </p:nvSpPr>
        <p:spPr>
          <a:xfrm xmlns:a="http://schemas.openxmlformats.org/drawingml/2006/main">
            <a:off x="3333750" y="8239125"/>
            <a:ext cx="116205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11.xml><?xml version="1.0" encoding="utf-8"?>
<p:sldLayout xmlns:p="http://schemas.openxmlformats.org/presentationml/2006/main" matchingName="جدول داكن">
  <p:cSld name="جدول داكن">
    <p:bg>
      <p:bgPr>
        <a:solidFill xmlns:a="http://schemas.openxmlformats.org/drawingml/2006/main">
          <a:srgbClr val="12183F"/>
        </a:solidFill>
      </p:bgPr>
    </p:bg>
    <p:spTree>
      <p:nvGrpSpPr>
        <p:cNvPr id="1" name=""/>
        <p:cNvGrpSpPr/>
        <p:nvPr/>
      </p:nvGrpSpPr>
      <p:grpSpPr>
        <a:xfrm xmlns:a="http://schemas.openxmlformats.org/drawingml/2006/main"/>
      </p:grpSpPr>
      <p:pic>
        <p:nvPicPr>
          <p:cNvPr id="141" name="Google Shape;130;p43"/>
          <p:cNvPicPr>
            <a:picLocks xmlns:a="http://schemas.openxmlformats.org/drawingml/2006/main" noChangeAspect="1"/>
          </p:cNvPicPr>
          <p:nvPr/>
        </p:nvPicPr>
        <p:blipFill rotWithShape="1">
          <a:blip xmlns:r="http://schemas.openxmlformats.org/officeDocument/2006/relationships" xmlns:a="http://schemas.openxmlformats.org/drawingml/2006/main" r:embed="Re7ec95227b4b49bc">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142" name="Google Shape;131;p43"/>
          <p:cNvPicPr>
            <a:picLocks xmlns:a="http://schemas.openxmlformats.org/drawingml/2006/main" noChangeAspect="1"/>
          </p:cNvPicPr>
          <p:nvPr/>
        </p:nvPicPr>
        <p:blipFill rotWithShape="1">
          <a:blip xmlns:r="http://schemas.openxmlformats.org/officeDocument/2006/relationships" xmlns:a="http://schemas.openxmlformats.org/drawingml/2006/main" r:embed="R3170eac4d21e48b4">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132" name="Google Shape;132;p43">
            <a:extLst xmlns:a="http://schemas.openxmlformats.org/drawingml/2006/main">
              <a:ext uri="{FF2B5EF4-FFF2-40B4-BE49-F238E27FC236}">
                <a16:creationId xmlns:a16="http://schemas.microsoft.com/office/drawing/2014/main" id="{1150DCBD-FAE3-4FFC-AB3D-3F9C93796DF1}"/>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33" name="Google Shape;133;p43">
            <a:extLst xmlns:a="http://schemas.openxmlformats.org/drawingml/2006/main">
              <a:ext uri="{FF2B5EF4-FFF2-40B4-BE49-F238E27FC236}">
                <a16:creationId xmlns:a16="http://schemas.microsoft.com/office/drawing/2014/main" id="{A2665B05-4BA7-4B58-8101-7460AAFBDF3F}"/>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34" name="Google Shape;134;p43">
            <a:extLst xmlns:a="http://schemas.openxmlformats.org/drawingml/2006/main">
              <a:ext uri="{FF2B5EF4-FFF2-40B4-BE49-F238E27FC236}">
                <a16:creationId xmlns:a16="http://schemas.microsoft.com/office/drawing/2014/main" id="{E7677FEE-AFC7-4E8F-A13B-C9312A934E43}"/>
              </a:ext>
            </a:extLst>
          </p:cNvPr>
          <p:cNvSpPr>
            <a:spLocks xmlns:a="http://schemas.openxmlformats.org/drawingml/2006/main" noGrp="1"/>
          </p:cNvSpPr>
          <p:nvPr>
            <p:ph type="body" idx="2"/>
          </p:nvPr>
        </p:nvSpPr>
        <p:spPr>
          <a:xfrm xmlns:a="http://schemas.openxmlformats.org/drawingml/2006/main">
            <a:off x="1714500" y="2857500"/>
            <a:ext cx="15430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35" name="Google Shape;135;p43">
            <a:extLst xmlns:a="http://schemas.openxmlformats.org/drawingml/2006/main">
              <a:ext uri="{FF2B5EF4-FFF2-40B4-BE49-F238E27FC236}">
                <a16:creationId xmlns:a16="http://schemas.microsoft.com/office/drawing/2014/main" id="{E1AD74C2-2EB8-423E-9E82-9B20E0F9C73F}"/>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136" name="Google Shape;136;p43">
            <a:extLst xmlns:a="http://schemas.openxmlformats.org/drawingml/2006/main">
              <a:ext uri="{FF2B5EF4-FFF2-40B4-BE49-F238E27FC236}">
                <a16:creationId xmlns:a16="http://schemas.microsoft.com/office/drawing/2014/main" id="{2592719D-0FE1-48B8-8D26-947B467A5112}"/>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137" name="Google Shape;137;p43">
            <a:extLst xmlns:a="http://schemas.openxmlformats.org/drawingml/2006/main">
              <a:ext uri="{FF2B5EF4-FFF2-40B4-BE49-F238E27FC236}">
                <a16:creationId xmlns:a16="http://schemas.microsoft.com/office/drawing/2014/main" id="{6FBBE36C-91B3-422A-AFAD-660841502E8C}"/>
              </a:ext>
            </a:extLst>
          </p:cNvPr>
          <p:cNvSpPr>
            <a:spLocks xmlns:a="http://schemas.openxmlformats.org/drawingml/2006/main" noGrp="1"/>
          </p:cNvSpPr>
          <p:nvPr>
            <p:ph type="body" idx="3"/>
          </p:nvPr>
        </p:nvSpPr>
        <p:spPr>
          <a:xfrm xmlns:a="http://schemas.openxmlformats.org/drawingml/2006/main">
            <a:off x="1714500" y="8810625"/>
            <a:ext cx="154305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38" name="Google Shape;138;p43">
            <a:extLst xmlns:a="http://schemas.openxmlformats.org/drawingml/2006/main">
              <a:ext uri="{FF2B5EF4-FFF2-40B4-BE49-F238E27FC236}">
                <a16:creationId xmlns:a16="http://schemas.microsoft.com/office/drawing/2014/main" id="{94CEB670-4009-4248-A59F-CD61D0C70DDD}"/>
              </a:ext>
            </a:extLst>
          </p:cNvPr>
          <p:cNvSpPr>
            <a:spLocks xmlns:a="http://schemas.openxmlformats.org/drawingml/2006/main" noGrp="1"/>
          </p:cNvSpPr>
          <p:nvPr>
            <p:ph type="tbl" idx="4"/>
          </p:nvPr>
        </p:nvSpPr>
        <p:spPr>
          <a:xfrm xmlns:a="http://schemas.openxmlformats.org/drawingml/2006/main">
            <a:off x="1714500" y="3905250"/>
            <a:ext cx="15430500" cy="447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4000" tIns="45700" rIns="254000" bIns="45700" anchor="ctr">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12.xml><?xml version="1.0" encoding="utf-8"?>
<p:sldLayout xmlns:p="http://schemas.openxmlformats.org/presentationml/2006/main" matchingName="خط زمني">
  <p:cSld name="خط زمني">
    <p:bg>
      <p:bgPr>
        <a:solidFill xmlns:a="http://schemas.openxmlformats.org/drawingml/2006/main">
          <a:srgbClr val="12183F"/>
        </a:solidFill>
      </p:bgPr>
    </p:bg>
    <p:spTree>
      <p:nvGrpSpPr>
        <p:cNvPr id="1" name=""/>
        <p:cNvGrpSpPr/>
        <p:nvPr/>
      </p:nvGrpSpPr>
      <p:grpSpPr>
        <a:xfrm xmlns:a="http://schemas.openxmlformats.org/drawingml/2006/main"/>
      </p:grpSpPr>
      <p:pic>
        <p:nvPicPr>
          <p:cNvPr id="174" name="Google Shape;140;p44"/>
          <p:cNvPicPr>
            <a:picLocks xmlns:a="http://schemas.openxmlformats.org/drawingml/2006/main" noChangeAspect="1"/>
          </p:cNvPicPr>
          <p:nvPr/>
        </p:nvPicPr>
        <p:blipFill rotWithShape="1">
          <a:blip xmlns:r="http://schemas.openxmlformats.org/officeDocument/2006/relationships" xmlns:a="http://schemas.openxmlformats.org/drawingml/2006/main" r:embed="R9c41d0740511443b">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175" name="Google Shape;141;p44"/>
          <p:cNvPicPr>
            <a:picLocks xmlns:a="http://schemas.openxmlformats.org/drawingml/2006/main" noChangeAspect="1"/>
          </p:cNvPicPr>
          <p:nvPr/>
        </p:nvPicPr>
        <p:blipFill rotWithShape="1">
          <a:blip xmlns:r="http://schemas.openxmlformats.org/officeDocument/2006/relationships" xmlns:a="http://schemas.openxmlformats.org/drawingml/2006/main" r:embed="R848077dc071b4136">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142" name="Google Shape;142;p44">
            <a:extLst xmlns:a="http://schemas.openxmlformats.org/drawingml/2006/main">
              <a:ext uri="{FF2B5EF4-FFF2-40B4-BE49-F238E27FC236}">
                <a16:creationId xmlns:a16="http://schemas.microsoft.com/office/drawing/2014/main" id="{7EF9E607-A7A1-456F-AF83-B504A3D22264}"/>
              </a:ext>
            </a:extLst>
          </p:cNvPr>
          <p:cNvSpPr>
            <a:spLocks xmlns:a="http://schemas.openxmlformats.org/drawingml/2006/main" noGrp="1"/>
          </p:cNvSpPr>
          <p:nvPr/>
        </p:nvSpPr>
        <p:spPr>
          <a:xfrm xmlns:a="http://schemas.openxmlformats.org/drawingml/2006/main">
            <a:off x="14287500" y="4667250"/>
            <a:ext cx="2857500" cy="47625"/>
          </a:xfrm>
          <a:prstGeom xmlns:a="http://schemas.openxmlformats.org/drawingml/2006/main" prst="rect">
            <a:avLst/>
          </a:prstGeom>
          <a:solidFill xmlns:a="http://schemas.openxmlformats.org/drawingml/2006/main">
            <a:srgbClr val="6150EA"/>
          </a:solidFill>
          <a:ln xmlns:a="http://schemas.openxmlformats.org/drawingml/2006/main" w="11425" cmpd="sng">
            <a:solidFill>
              <a:srgbClr val="6150E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3" name="Google Shape;143;p44">
            <a:extLst xmlns:a="http://schemas.openxmlformats.org/drawingml/2006/main">
              <a:ext uri="{FF2B5EF4-FFF2-40B4-BE49-F238E27FC236}">
                <a16:creationId xmlns:a16="http://schemas.microsoft.com/office/drawing/2014/main" id="{CF192D04-585B-4B34-8E04-18130B5D9BA4}"/>
              </a:ext>
            </a:extLst>
          </p:cNvPr>
          <p:cNvSpPr>
            <a:spLocks xmlns:a="http://schemas.openxmlformats.org/drawingml/2006/main" noGrp="1"/>
          </p:cNvSpPr>
          <p:nvPr/>
        </p:nvSpPr>
        <p:spPr>
          <a:xfrm xmlns:a="http://schemas.openxmlformats.org/drawingml/2006/main">
            <a:off x="11144250" y="4667250"/>
            <a:ext cx="2857500" cy="47625"/>
          </a:xfrm>
          <a:prstGeom xmlns:a="http://schemas.openxmlformats.org/drawingml/2006/main" prst="rect">
            <a:avLst/>
          </a:prstGeom>
          <a:solidFill xmlns:a="http://schemas.openxmlformats.org/drawingml/2006/main">
            <a:srgbClr val="6150EA"/>
          </a:solidFill>
          <a:ln xmlns:a="http://schemas.openxmlformats.org/drawingml/2006/main" w="11425" cmpd="sng">
            <a:solidFill>
              <a:srgbClr val="6150E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4" name="Google Shape;144;p44">
            <a:extLst xmlns:a="http://schemas.openxmlformats.org/drawingml/2006/main">
              <a:ext uri="{FF2B5EF4-FFF2-40B4-BE49-F238E27FC236}">
                <a16:creationId xmlns:a16="http://schemas.microsoft.com/office/drawing/2014/main" id="{3491AD8D-C164-45E0-B767-10F9DA1C7FD0}"/>
              </a:ext>
            </a:extLst>
          </p:cNvPr>
          <p:cNvSpPr>
            <a:spLocks xmlns:a="http://schemas.openxmlformats.org/drawingml/2006/main" noGrp="1"/>
          </p:cNvSpPr>
          <p:nvPr/>
        </p:nvSpPr>
        <p:spPr>
          <a:xfrm xmlns:a="http://schemas.openxmlformats.org/drawingml/2006/main">
            <a:off x="8001000" y="4667250"/>
            <a:ext cx="2857500" cy="47625"/>
          </a:xfrm>
          <a:prstGeom xmlns:a="http://schemas.openxmlformats.org/drawingml/2006/main" prst="rect">
            <a:avLst/>
          </a:prstGeom>
          <a:solidFill xmlns:a="http://schemas.openxmlformats.org/drawingml/2006/main">
            <a:srgbClr val="6150EA"/>
          </a:solidFill>
          <a:ln xmlns:a="http://schemas.openxmlformats.org/drawingml/2006/main" w="11425" cmpd="sng">
            <a:solidFill>
              <a:srgbClr val="6150E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5" name="Google Shape;145;p44">
            <a:extLst xmlns:a="http://schemas.openxmlformats.org/drawingml/2006/main">
              <a:ext uri="{FF2B5EF4-FFF2-40B4-BE49-F238E27FC236}">
                <a16:creationId xmlns:a16="http://schemas.microsoft.com/office/drawing/2014/main" id="{76130017-AE7C-40C7-B03E-369C193EBFDF}"/>
              </a:ext>
            </a:extLst>
          </p:cNvPr>
          <p:cNvSpPr>
            <a:spLocks xmlns:a="http://schemas.openxmlformats.org/drawingml/2006/main" noGrp="1"/>
          </p:cNvSpPr>
          <p:nvPr/>
        </p:nvSpPr>
        <p:spPr>
          <a:xfrm xmlns:a="http://schemas.openxmlformats.org/drawingml/2006/main">
            <a:off x="4857750" y="4667250"/>
            <a:ext cx="2857500" cy="47625"/>
          </a:xfrm>
          <a:prstGeom xmlns:a="http://schemas.openxmlformats.org/drawingml/2006/main" prst="rect">
            <a:avLst/>
          </a:prstGeom>
          <a:solidFill xmlns:a="http://schemas.openxmlformats.org/drawingml/2006/main">
            <a:srgbClr val="6150EA"/>
          </a:solidFill>
          <a:ln xmlns:a="http://schemas.openxmlformats.org/drawingml/2006/main" w="11425" cmpd="sng">
            <a:solidFill>
              <a:srgbClr val="6150E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6" name="Google Shape;146;p44">
            <a:extLst xmlns:a="http://schemas.openxmlformats.org/drawingml/2006/main">
              <a:ext uri="{FF2B5EF4-FFF2-40B4-BE49-F238E27FC236}">
                <a16:creationId xmlns:a16="http://schemas.microsoft.com/office/drawing/2014/main" id="{49DA15E2-83BE-44E2-9FD4-C6CFFECBE269}"/>
              </a:ext>
            </a:extLst>
          </p:cNvPr>
          <p:cNvSpPr>
            <a:spLocks xmlns:a="http://schemas.openxmlformats.org/drawingml/2006/main" noGrp="1"/>
          </p:cNvSpPr>
          <p:nvPr/>
        </p:nvSpPr>
        <p:spPr>
          <a:xfrm xmlns:a="http://schemas.openxmlformats.org/drawingml/2006/main">
            <a:off x="1714500" y="4667250"/>
            <a:ext cx="2857500" cy="47625"/>
          </a:xfrm>
          <a:prstGeom xmlns:a="http://schemas.openxmlformats.org/drawingml/2006/main" prst="rect">
            <a:avLst/>
          </a:prstGeom>
          <a:solidFill xmlns:a="http://schemas.openxmlformats.org/drawingml/2006/main">
            <a:srgbClr val="6150EA"/>
          </a:solidFill>
          <a:ln xmlns:a="http://schemas.openxmlformats.org/drawingml/2006/main" w="11425" cmpd="sng">
            <a:solidFill>
              <a:srgbClr val="6150E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44">
            <a:extLst xmlns:a="http://schemas.openxmlformats.org/drawingml/2006/main">
              <a:ext uri="{FF2B5EF4-FFF2-40B4-BE49-F238E27FC236}">
                <a16:creationId xmlns:a16="http://schemas.microsoft.com/office/drawing/2014/main" id="{8B284010-00F8-4E2B-BE88-8579E59C10A3}"/>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48" name="Google Shape;148;p44">
            <a:extLst xmlns:a="http://schemas.openxmlformats.org/drawingml/2006/main">
              <a:ext uri="{FF2B5EF4-FFF2-40B4-BE49-F238E27FC236}">
                <a16:creationId xmlns:a16="http://schemas.microsoft.com/office/drawing/2014/main" id="{E8FA7AA1-6DA4-4453-8F52-5B5227041526}"/>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49" name="Google Shape;149;p44">
            <a:extLst xmlns:a="http://schemas.openxmlformats.org/drawingml/2006/main">
              <a:ext uri="{FF2B5EF4-FFF2-40B4-BE49-F238E27FC236}">
                <a16:creationId xmlns:a16="http://schemas.microsoft.com/office/drawing/2014/main" id="{D1B72463-8E7E-4F6A-AC14-CDECBA7574F9}"/>
              </a:ext>
            </a:extLst>
          </p:cNvPr>
          <p:cNvSpPr>
            <a:spLocks xmlns:a="http://schemas.openxmlformats.org/drawingml/2006/main" noGrp="1"/>
          </p:cNvSpPr>
          <p:nvPr>
            <p:ph type="body" idx="2"/>
          </p:nvPr>
        </p:nvSpPr>
        <p:spPr>
          <a:xfrm xmlns:a="http://schemas.openxmlformats.org/drawingml/2006/main">
            <a:off x="1714500" y="2857500"/>
            <a:ext cx="15430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50" name="Google Shape;150;p44">
            <a:extLst xmlns:a="http://schemas.openxmlformats.org/drawingml/2006/main">
              <a:ext uri="{FF2B5EF4-FFF2-40B4-BE49-F238E27FC236}">
                <a16:creationId xmlns:a16="http://schemas.microsoft.com/office/drawing/2014/main" id="{09E0E994-73E6-4E11-A97C-4125B28A2FA4}"/>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151" name="Google Shape;151;p44">
            <a:extLst xmlns:a="http://schemas.openxmlformats.org/drawingml/2006/main">
              <a:ext uri="{FF2B5EF4-FFF2-40B4-BE49-F238E27FC236}">
                <a16:creationId xmlns:a16="http://schemas.microsoft.com/office/drawing/2014/main" id="{90E7D7E5-C4E0-440B-A20A-30B9F90950E8}"/>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152" name="Google Shape;152;p44">
            <a:extLst xmlns:a="http://schemas.openxmlformats.org/drawingml/2006/main">
              <a:ext uri="{FF2B5EF4-FFF2-40B4-BE49-F238E27FC236}">
                <a16:creationId xmlns:a16="http://schemas.microsoft.com/office/drawing/2014/main" id="{D5220B85-1D19-44A5-A4EE-1CEBE24584B8}"/>
              </a:ext>
            </a:extLst>
          </p:cNvPr>
          <p:cNvSpPr>
            <a:spLocks xmlns:a="http://schemas.openxmlformats.org/drawingml/2006/main" noGrp="1"/>
          </p:cNvSpPr>
          <p:nvPr>
            <p:ph type="body" idx="3"/>
          </p:nvPr>
        </p:nvSpPr>
        <p:spPr>
          <a:xfrm xmlns:a="http://schemas.openxmlformats.org/drawingml/2006/main">
            <a:off x="14287500" y="3762375"/>
            <a:ext cx="28575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53" name="Google Shape;153;p44">
            <a:extLst xmlns:a="http://schemas.openxmlformats.org/drawingml/2006/main">
              <a:ext uri="{FF2B5EF4-FFF2-40B4-BE49-F238E27FC236}">
                <a16:creationId xmlns:a16="http://schemas.microsoft.com/office/drawing/2014/main" id="{A95FF5DB-9950-472A-BCFC-EB0B8B956F30}"/>
              </a:ext>
            </a:extLst>
          </p:cNvPr>
          <p:cNvSpPr>
            <a:spLocks xmlns:a="http://schemas.openxmlformats.org/drawingml/2006/main" noGrp="1"/>
          </p:cNvSpPr>
          <p:nvPr>
            <p:ph type="body" idx="4"/>
          </p:nvPr>
        </p:nvSpPr>
        <p:spPr>
          <a:xfrm xmlns:a="http://schemas.openxmlformats.org/drawingml/2006/main">
            <a:off x="14287500" y="5238750"/>
            <a:ext cx="28575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54" name="Google Shape;154;p44">
            <a:extLst xmlns:a="http://schemas.openxmlformats.org/drawingml/2006/main">
              <a:ext uri="{FF2B5EF4-FFF2-40B4-BE49-F238E27FC236}">
                <a16:creationId xmlns:a16="http://schemas.microsoft.com/office/drawing/2014/main" id="{FA11CBDB-52F9-4658-9E53-04126A3CE0E7}"/>
              </a:ext>
            </a:extLst>
          </p:cNvPr>
          <p:cNvSpPr>
            <a:spLocks xmlns:a="http://schemas.openxmlformats.org/drawingml/2006/main" noGrp="1"/>
          </p:cNvSpPr>
          <p:nvPr>
            <p:ph type="body" idx="5"/>
          </p:nvPr>
        </p:nvSpPr>
        <p:spPr>
          <a:xfrm xmlns:a="http://schemas.openxmlformats.org/drawingml/2006/main">
            <a:off x="14287500" y="6048375"/>
            <a:ext cx="28575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55" name="Google Shape;155;p44">
            <a:extLst xmlns:a="http://schemas.openxmlformats.org/drawingml/2006/main">
              <a:ext uri="{FF2B5EF4-FFF2-40B4-BE49-F238E27FC236}">
                <a16:creationId xmlns:a16="http://schemas.microsoft.com/office/drawing/2014/main" id="{39A8DD28-437C-40DB-9E89-44227289F6A6}"/>
              </a:ext>
            </a:extLst>
          </p:cNvPr>
          <p:cNvSpPr>
            <a:spLocks xmlns:a="http://schemas.openxmlformats.org/drawingml/2006/main" noGrp="1"/>
          </p:cNvSpPr>
          <p:nvPr>
            <p:ph type="body" idx="6"/>
          </p:nvPr>
        </p:nvSpPr>
        <p:spPr>
          <a:xfrm xmlns:a="http://schemas.openxmlformats.org/drawingml/2006/main">
            <a:off x="14287500" y="7000875"/>
            <a:ext cx="2857500" cy="1095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56" name="Google Shape;156;p44">
            <a:extLst xmlns:a="http://schemas.openxmlformats.org/drawingml/2006/main">
              <a:ext uri="{FF2B5EF4-FFF2-40B4-BE49-F238E27FC236}">
                <a16:creationId xmlns:a16="http://schemas.microsoft.com/office/drawing/2014/main" id="{7A8915A9-65E3-4D5B-95ED-05929E2BDCB2}"/>
              </a:ext>
            </a:extLst>
          </p:cNvPr>
          <p:cNvSpPr>
            <a:spLocks xmlns:a="http://schemas.openxmlformats.org/drawingml/2006/main" noGrp="1"/>
          </p:cNvSpPr>
          <p:nvPr>
            <p:ph type="body" idx="7"/>
          </p:nvPr>
        </p:nvSpPr>
        <p:spPr>
          <a:xfrm xmlns:a="http://schemas.openxmlformats.org/drawingml/2006/main">
            <a:off x="11144250" y="3762375"/>
            <a:ext cx="28575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57" name="Google Shape;157;p44">
            <a:extLst xmlns:a="http://schemas.openxmlformats.org/drawingml/2006/main">
              <a:ext uri="{FF2B5EF4-FFF2-40B4-BE49-F238E27FC236}">
                <a16:creationId xmlns:a16="http://schemas.microsoft.com/office/drawing/2014/main" id="{DAB845FE-1EE6-43E9-8257-CAEF9909AE26}"/>
              </a:ext>
            </a:extLst>
          </p:cNvPr>
          <p:cNvSpPr>
            <a:spLocks xmlns:a="http://schemas.openxmlformats.org/drawingml/2006/main" noGrp="1"/>
          </p:cNvSpPr>
          <p:nvPr>
            <p:ph type="body" idx="8"/>
          </p:nvPr>
        </p:nvSpPr>
        <p:spPr>
          <a:xfrm xmlns:a="http://schemas.openxmlformats.org/drawingml/2006/main">
            <a:off x="11144250" y="5238750"/>
            <a:ext cx="28575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58" name="Google Shape;158;p44">
            <a:extLst xmlns:a="http://schemas.openxmlformats.org/drawingml/2006/main">
              <a:ext uri="{FF2B5EF4-FFF2-40B4-BE49-F238E27FC236}">
                <a16:creationId xmlns:a16="http://schemas.microsoft.com/office/drawing/2014/main" id="{33B21944-F326-4872-9EF7-149DBF17A26F}"/>
              </a:ext>
            </a:extLst>
          </p:cNvPr>
          <p:cNvSpPr>
            <a:spLocks xmlns:a="http://schemas.openxmlformats.org/drawingml/2006/main" noGrp="1"/>
          </p:cNvSpPr>
          <p:nvPr>
            <p:ph type="body" idx="9"/>
          </p:nvPr>
        </p:nvSpPr>
        <p:spPr>
          <a:xfrm xmlns:a="http://schemas.openxmlformats.org/drawingml/2006/main">
            <a:off x="11144250" y="6048375"/>
            <a:ext cx="28575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59" name="Google Shape;159;p44">
            <a:extLst xmlns:a="http://schemas.openxmlformats.org/drawingml/2006/main">
              <a:ext uri="{FF2B5EF4-FFF2-40B4-BE49-F238E27FC236}">
                <a16:creationId xmlns:a16="http://schemas.microsoft.com/office/drawing/2014/main" id="{25A01804-0B53-489C-A863-BC6C65C1D30E}"/>
              </a:ext>
            </a:extLst>
          </p:cNvPr>
          <p:cNvSpPr>
            <a:spLocks xmlns:a="http://schemas.openxmlformats.org/drawingml/2006/main" noGrp="1"/>
          </p:cNvSpPr>
          <p:nvPr>
            <p:ph type="body" idx="13"/>
          </p:nvPr>
        </p:nvSpPr>
        <p:spPr>
          <a:xfrm xmlns:a="http://schemas.openxmlformats.org/drawingml/2006/main">
            <a:off x="11144250" y="7000875"/>
            <a:ext cx="2857500" cy="1095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60" name="Google Shape;160;p44">
            <a:extLst xmlns:a="http://schemas.openxmlformats.org/drawingml/2006/main">
              <a:ext uri="{FF2B5EF4-FFF2-40B4-BE49-F238E27FC236}">
                <a16:creationId xmlns:a16="http://schemas.microsoft.com/office/drawing/2014/main" id="{1B6D4844-23A7-4113-B4CC-F2F2F87D748E}"/>
              </a:ext>
            </a:extLst>
          </p:cNvPr>
          <p:cNvSpPr>
            <a:spLocks xmlns:a="http://schemas.openxmlformats.org/drawingml/2006/main" noGrp="1"/>
          </p:cNvSpPr>
          <p:nvPr>
            <p:ph type="body" idx="14"/>
          </p:nvPr>
        </p:nvSpPr>
        <p:spPr>
          <a:xfrm xmlns:a="http://schemas.openxmlformats.org/drawingml/2006/main">
            <a:off x="8001000" y="3762375"/>
            <a:ext cx="28575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61" name="Google Shape;161;p44">
            <a:extLst xmlns:a="http://schemas.openxmlformats.org/drawingml/2006/main">
              <a:ext uri="{FF2B5EF4-FFF2-40B4-BE49-F238E27FC236}">
                <a16:creationId xmlns:a16="http://schemas.microsoft.com/office/drawing/2014/main" id="{AB24775B-0A27-4FA0-BD55-FA4058E8CC1B}"/>
              </a:ext>
            </a:extLst>
          </p:cNvPr>
          <p:cNvSpPr>
            <a:spLocks xmlns:a="http://schemas.openxmlformats.org/drawingml/2006/main" noGrp="1"/>
          </p:cNvSpPr>
          <p:nvPr>
            <p:ph type="body" idx="15"/>
          </p:nvPr>
        </p:nvSpPr>
        <p:spPr>
          <a:xfrm xmlns:a="http://schemas.openxmlformats.org/drawingml/2006/main">
            <a:off x="8001000" y="5238750"/>
            <a:ext cx="28575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62" name="Google Shape;162;p44">
            <a:extLst xmlns:a="http://schemas.openxmlformats.org/drawingml/2006/main">
              <a:ext uri="{FF2B5EF4-FFF2-40B4-BE49-F238E27FC236}">
                <a16:creationId xmlns:a16="http://schemas.microsoft.com/office/drawing/2014/main" id="{ACFCB563-8513-4AB7-93C3-2338BF6C9D49}"/>
              </a:ext>
            </a:extLst>
          </p:cNvPr>
          <p:cNvSpPr>
            <a:spLocks xmlns:a="http://schemas.openxmlformats.org/drawingml/2006/main" noGrp="1"/>
          </p:cNvSpPr>
          <p:nvPr>
            <p:ph type="body" idx="16"/>
          </p:nvPr>
        </p:nvSpPr>
        <p:spPr>
          <a:xfrm xmlns:a="http://schemas.openxmlformats.org/drawingml/2006/main">
            <a:off x="8001000" y="6048375"/>
            <a:ext cx="28575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63" name="Google Shape;163;p44">
            <a:extLst xmlns:a="http://schemas.openxmlformats.org/drawingml/2006/main">
              <a:ext uri="{FF2B5EF4-FFF2-40B4-BE49-F238E27FC236}">
                <a16:creationId xmlns:a16="http://schemas.microsoft.com/office/drawing/2014/main" id="{BAD88E41-804D-4296-88A6-3385BCA4EFDC}"/>
              </a:ext>
            </a:extLst>
          </p:cNvPr>
          <p:cNvSpPr>
            <a:spLocks xmlns:a="http://schemas.openxmlformats.org/drawingml/2006/main" noGrp="1"/>
          </p:cNvSpPr>
          <p:nvPr>
            <p:ph type="body" idx="17"/>
          </p:nvPr>
        </p:nvSpPr>
        <p:spPr>
          <a:xfrm xmlns:a="http://schemas.openxmlformats.org/drawingml/2006/main">
            <a:off x="8001000" y="7000875"/>
            <a:ext cx="2857500" cy="1095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64" name="Google Shape;164;p44">
            <a:extLst xmlns:a="http://schemas.openxmlformats.org/drawingml/2006/main">
              <a:ext uri="{FF2B5EF4-FFF2-40B4-BE49-F238E27FC236}">
                <a16:creationId xmlns:a16="http://schemas.microsoft.com/office/drawing/2014/main" id="{0C9B9E98-5885-457E-9A0B-2A36BEDEC865}"/>
              </a:ext>
            </a:extLst>
          </p:cNvPr>
          <p:cNvSpPr>
            <a:spLocks xmlns:a="http://schemas.openxmlformats.org/drawingml/2006/main" noGrp="1"/>
          </p:cNvSpPr>
          <p:nvPr>
            <p:ph type="body" idx="18"/>
          </p:nvPr>
        </p:nvSpPr>
        <p:spPr>
          <a:xfrm xmlns:a="http://schemas.openxmlformats.org/drawingml/2006/main">
            <a:off x="4857750" y="3762375"/>
            <a:ext cx="28575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65" name="Google Shape;165;p44">
            <a:extLst xmlns:a="http://schemas.openxmlformats.org/drawingml/2006/main">
              <a:ext uri="{FF2B5EF4-FFF2-40B4-BE49-F238E27FC236}">
                <a16:creationId xmlns:a16="http://schemas.microsoft.com/office/drawing/2014/main" id="{23F81B57-162B-4EEB-8397-92B417C64A98}"/>
              </a:ext>
            </a:extLst>
          </p:cNvPr>
          <p:cNvSpPr>
            <a:spLocks xmlns:a="http://schemas.openxmlformats.org/drawingml/2006/main" noGrp="1"/>
          </p:cNvSpPr>
          <p:nvPr>
            <p:ph type="body" idx="19"/>
          </p:nvPr>
        </p:nvSpPr>
        <p:spPr>
          <a:xfrm xmlns:a="http://schemas.openxmlformats.org/drawingml/2006/main">
            <a:off x="4857750" y="5238750"/>
            <a:ext cx="28575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66" name="Google Shape;166;p44">
            <a:extLst xmlns:a="http://schemas.openxmlformats.org/drawingml/2006/main">
              <a:ext uri="{FF2B5EF4-FFF2-40B4-BE49-F238E27FC236}">
                <a16:creationId xmlns:a16="http://schemas.microsoft.com/office/drawing/2014/main" id="{CA17F7B7-ECE9-4221-ABFF-AF08E1A31464}"/>
              </a:ext>
            </a:extLst>
          </p:cNvPr>
          <p:cNvSpPr>
            <a:spLocks xmlns:a="http://schemas.openxmlformats.org/drawingml/2006/main" noGrp="1"/>
          </p:cNvSpPr>
          <p:nvPr>
            <p:ph type="body" idx="20"/>
          </p:nvPr>
        </p:nvSpPr>
        <p:spPr>
          <a:xfrm xmlns:a="http://schemas.openxmlformats.org/drawingml/2006/main">
            <a:off x="4857750" y="6048375"/>
            <a:ext cx="28575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67" name="Google Shape;167;p44">
            <a:extLst xmlns:a="http://schemas.openxmlformats.org/drawingml/2006/main">
              <a:ext uri="{FF2B5EF4-FFF2-40B4-BE49-F238E27FC236}">
                <a16:creationId xmlns:a16="http://schemas.microsoft.com/office/drawing/2014/main" id="{DBF5F6A4-3940-4C37-88F4-18F5D1CF7DE0}"/>
              </a:ext>
            </a:extLst>
          </p:cNvPr>
          <p:cNvSpPr>
            <a:spLocks xmlns:a="http://schemas.openxmlformats.org/drawingml/2006/main" noGrp="1"/>
          </p:cNvSpPr>
          <p:nvPr>
            <p:ph type="body" idx="21"/>
          </p:nvPr>
        </p:nvSpPr>
        <p:spPr>
          <a:xfrm xmlns:a="http://schemas.openxmlformats.org/drawingml/2006/main">
            <a:off x="4857750" y="7000875"/>
            <a:ext cx="2857500" cy="1095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68" name="Google Shape;168;p44">
            <a:extLst xmlns:a="http://schemas.openxmlformats.org/drawingml/2006/main">
              <a:ext uri="{FF2B5EF4-FFF2-40B4-BE49-F238E27FC236}">
                <a16:creationId xmlns:a16="http://schemas.microsoft.com/office/drawing/2014/main" id="{58BD9818-2CB5-4D25-B0A5-DFA5DB34559A}"/>
              </a:ext>
            </a:extLst>
          </p:cNvPr>
          <p:cNvSpPr>
            <a:spLocks xmlns:a="http://schemas.openxmlformats.org/drawingml/2006/main" noGrp="1"/>
          </p:cNvSpPr>
          <p:nvPr>
            <p:ph type="body" idx="22"/>
          </p:nvPr>
        </p:nvSpPr>
        <p:spPr>
          <a:xfrm xmlns:a="http://schemas.openxmlformats.org/drawingml/2006/main">
            <a:off x="1714500" y="3762375"/>
            <a:ext cx="28575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69" name="Google Shape;169;p44">
            <a:extLst xmlns:a="http://schemas.openxmlformats.org/drawingml/2006/main">
              <a:ext uri="{FF2B5EF4-FFF2-40B4-BE49-F238E27FC236}">
                <a16:creationId xmlns:a16="http://schemas.microsoft.com/office/drawing/2014/main" id="{4E90FD3C-D104-437D-A84B-BB0B005192D8}"/>
              </a:ext>
            </a:extLst>
          </p:cNvPr>
          <p:cNvSpPr>
            <a:spLocks xmlns:a="http://schemas.openxmlformats.org/drawingml/2006/main" noGrp="1"/>
          </p:cNvSpPr>
          <p:nvPr>
            <p:ph type="body" idx="23"/>
          </p:nvPr>
        </p:nvSpPr>
        <p:spPr>
          <a:xfrm xmlns:a="http://schemas.openxmlformats.org/drawingml/2006/main">
            <a:off x="1714500" y="5238750"/>
            <a:ext cx="28575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70" name="Google Shape;170;p44">
            <a:extLst xmlns:a="http://schemas.openxmlformats.org/drawingml/2006/main">
              <a:ext uri="{FF2B5EF4-FFF2-40B4-BE49-F238E27FC236}">
                <a16:creationId xmlns:a16="http://schemas.microsoft.com/office/drawing/2014/main" id="{F5C65B91-BE4A-4EF1-8ADB-7C8612DD3E79}"/>
              </a:ext>
            </a:extLst>
          </p:cNvPr>
          <p:cNvSpPr>
            <a:spLocks xmlns:a="http://schemas.openxmlformats.org/drawingml/2006/main" noGrp="1"/>
          </p:cNvSpPr>
          <p:nvPr>
            <p:ph type="body" idx="24"/>
          </p:nvPr>
        </p:nvSpPr>
        <p:spPr>
          <a:xfrm xmlns:a="http://schemas.openxmlformats.org/drawingml/2006/main">
            <a:off x="1714500" y="6048375"/>
            <a:ext cx="28575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71" name="Google Shape;171;p44">
            <a:extLst xmlns:a="http://schemas.openxmlformats.org/drawingml/2006/main">
              <a:ext uri="{FF2B5EF4-FFF2-40B4-BE49-F238E27FC236}">
                <a16:creationId xmlns:a16="http://schemas.microsoft.com/office/drawing/2014/main" id="{3D613935-2B00-4EA5-A384-4E0A7621689A}"/>
              </a:ext>
            </a:extLst>
          </p:cNvPr>
          <p:cNvSpPr>
            <a:spLocks xmlns:a="http://schemas.openxmlformats.org/drawingml/2006/main" noGrp="1"/>
          </p:cNvSpPr>
          <p:nvPr>
            <p:ph type="body" idx="25"/>
          </p:nvPr>
        </p:nvSpPr>
        <p:spPr>
          <a:xfrm xmlns:a="http://schemas.openxmlformats.org/drawingml/2006/main">
            <a:off x="1714500" y="7000875"/>
            <a:ext cx="2857500" cy="1095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13.xml><?xml version="1.0" encoding="utf-8"?>
<p:sldLayout xmlns:p="http://schemas.openxmlformats.org/presentationml/2006/main" matchingName="فريق العمل">
  <p:cSld name="فريق العمل">
    <p:bg>
      <p:bgPr>
        <a:solidFill xmlns:a="http://schemas.openxmlformats.org/drawingml/2006/main">
          <a:srgbClr val="12183F"/>
        </a:solidFill>
      </p:bgPr>
    </p:bg>
    <p:spTree>
      <p:nvGrpSpPr>
        <p:cNvPr id="1" name=""/>
        <p:cNvGrpSpPr/>
        <p:nvPr/>
      </p:nvGrpSpPr>
      <p:grpSpPr>
        <a:xfrm xmlns:a="http://schemas.openxmlformats.org/drawingml/2006/main"/>
      </p:grpSpPr>
      <p:pic>
        <p:nvPicPr>
          <p:cNvPr id="194" name="Google Shape;173;p45"/>
          <p:cNvPicPr>
            <a:picLocks xmlns:a="http://schemas.openxmlformats.org/drawingml/2006/main" noChangeAspect="1"/>
          </p:cNvPicPr>
          <p:nvPr/>
        </p:nvPicPr>
        <p:blipFill rotWithShape="1">
          <a:blip xmlns:r="http://schemas.openxmlformats.org/officeDocument/2006/relationships" xmlns:a="http://schemas.openxmlformats.org/drawingml/2006/main" r:embed="R12fa165291924c6b">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195" name="Google Shape;174;p45"/>
          <p:cNvPicPr>
            <a:picLocks xmlns:a="http://schemas.openxmlformats.org/drawingml/2006/main" noChangeAspect="1"/>
          </p:cNvPicPr>
          <p:nvPr/>
        </p:nvPicPr>
        <p:blipFill rotWithShape="1">
          <a:blip xmlns:r="http://schemas.openxmlformats.org/officeDocument/2006/relationships" xmlns:a="http://schemas.openxmlformats.org/drawingml/2006/main" r:embed="R547b528284264f9c">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175" name="Google Shape;175;p45">
            <a:extLst xmlns:a="http://schemas.openxmlformats.org/drawingml/2006/main">
              <a:ext uri="{FF2B5EF4-FFF2-40B4-BE49-F238E27FC236}">
                <a16:creationId xmlns:a16="http://schemas.microsoft.com/office/drawing/2014/main" id="{C36198C6-1C13-40F8-9B3D-F92C1884EB6C}"/>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76" name="Google Shape;176;p45">
            <a:extLst xmlns:a="http://schemas.openxmlformats.org/drawingml/2006/main">
              <a:ext uri="{FF2B5EF4-FFF2-40B4-BE49-F238E27FC236}">
                <a16:creationId xmlns:a16="http://schemas.microsoft.com/office/drawing/2014/main" id="{EFA25F24-0700-4345-9A78-C9D0BEEA3691}"/>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77" name="Google Shape;177;p45">
            <a:extLst xmlns:a="http://schemas.openxmlformats.org/drawingml/2006/main">
              <a:ext uri="{FF2B5EF4-FFF2-40B4-BE49-F238E27FC236}">
                <a16:creationId xmlns:a16="http://schemas.microsoft.com/office/drawing/2014/main" id="{D92EDC43-5A3D-4DE1-BF77-5EEA8E54E944}"/>
              </a:ext>
            </a:extLst>
          </p:cNvPr>
          <p:cNvSpPr>
            <a:spLocks xmlns:a="http://schemas.openxmlformats.org/drawingml/2006/main" noGrp="1"/>
          </p:cNvSpPr>
          <p:nvPr>
            <p:ph type="body" idx="2"/>
          </p:nvPr>
        </p:nvSpPr>
        <p:spPr>
          <a:xfrm xmlns:a="http://schemas.openxmlformats.org/drawingml/2006/main">
            <a:off x="1714500" y="2857500"/>
            <a:ext cx="15430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78" name="Google Shape;178;p45">
            <a:extLst xmlns:a="http://schemas.openxmlformats.org/drawingml/2006/main">
              <a:ext uri="{FF2B5EF4-FFF2-40B4-BE49-F238E27FC236}">
                <a16:creationId xmlns:a16="http://schemas.microsoft.com/office/drawing/2014/main" id="{94664655-A625-4405-ADCA-56BECD2893AF}"/>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179" name="Google Shape;179;p45">
            <a:extLst xmlns:a="http://schemas.openxmlformats.org/drawingml/2006/main">
              <a:ext uri="{FF2B5EF4-FFF2-40B4-BE49-F238E27FC236}">
                <a16:creationId xmlns:a16="http://schemas.microsoft.com/office/drawing/2014/main" id="{2E28721B-39A4-4B42-A8C1-E789DD908E48}"/>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180" name="Google Shape;180;p45">
            <a:extLst xmlns:a="http://schemas.openxmlformats.org/drawingml/2006/main">
              <a:ext uri="{FF2B5EF4-FFF2-40B4-BE49-F238E27FC236}">
                <a16:creationId xmlns:a16="http://schemas.microsoft.com/office/drawing/2014/main" id="{616B2341-E3EC-4880-A0E3-D3230FEA9BC5}"/>
              </a:ext>
            </a:extLst>
          </p:cNvPr>
          <p:cNvSpPr>
            <a:spLocks xmlns:a="http://schemas.openxmlformats.org/drawingml/2006/main" noGrp="1"/>
          </p:cNvSpPr>
          <p:nvPr>
            <p:ph type="pic" idx="3"/>
          </p:nvPr>
        </p:nvSpPr>
        <p:spPr>
          <a:xfrm xmlns:a="http://schemas.openxmlformats.org/drawingml/2006/main">
            <a:off x="14192250" y="3857625"/>
            <a:ext cx="2571750" cy="257175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4A5590"/>
            </a:solidFill>
            <a:prstDash val="solid"/>
            <a:headEnd type="none" w="sm" len="sm"/>
            <a:tailEnd type="none" w="sm" len="sm"/>
          </a:ln>
        </p:spPr>
      </p:sp>
      <p:sp>
        <p:nvSpPr>
          <p:cNvPr id="181" name="Google Shape;181;p45">
            <a:extLst xmlns:a="http://schemas.openxmlformats.org/drawingml/2006/main">
              <a:ext uri="{FF2B5EF4-FFF2-40B4-BE49-F238E27FC236}">
                <a16:creationId xmlns:a16="http://schemas.microsoft.com/office/drawing/2014/main" id="{714E07DF-47C2-4E46-9F07-5C4DB611525F}"/>
              </a:ext>
            </a:extLst>
          </p:cNvPr>
          <p:cNvSpPr>
            <a:spLocks xmlns:a="http://schemas.openxmlformats.org/drawingml/2006/main" noGrp="1"/>
          </p:cNvSpPr>
          <p:nvPr>
            <p:ph type="body" idx="4"/>
          </p:nvPr>
        </p:nvSpPr>
        <p:spPr>
          <a:xfrm xmlns:a="http://schemas.openxmlformats.org/drawingml/2006/main">
            <a:off x="13716000" y="6953250"/>
            <a:ext cx="35242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82" name="Google Shape;182;p45">
            <a:extLst xmlns:a="http://schemas.openxmlformats.org/drawingml/2006/main">
              <a:ext uri="{FF2B5EF4-FFF2-40B4-BE49-F238E27FC236}">
                <a16:creationId xmlns:a16="http://schemas.microsoft.com/office/drawing/2014/main" id="{F44E6800-7B6E-4DC2-B12C-08A9C72A7B19}"/>
              </a:ext>
            </a:extLst>
          </p:cNvPr>
          <p:cNvSpPr>
            <a:spLocks xmlns:a="http://schemas.openxmlformats.org/drawingml/2006/main" noGrp="1"/>
          </p:cNvSpPr>
          <p:nvPr>
            <p:ph type="body" idx="5"/>
          </p:nvPr>
        </p:nvSpPr>
        <p:spPr>
          <a:xfrm xmlns:a="http://schemas.openxmlformats.org/drawingml/2006/main">
            <a:off x="13716000" y="7810500"/>
            <a:ext cx="3524250" cy="904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83" name="Google Shape;183;p45">
            <a:extLst xmlns:a="http://schemas.openxmlformats.org/drawingml/2006/main">
              <a:ext uri="{FF2B5EF4-FFF2-40B4-BE49-F238E27FC236}">
                <a16:creationId xmlns:a16="http://schemas.microsoft.com/office/drawing/2014/main" id="{F44D0C07-3D41-4E23-826F-AD54830A67E3}"/>
              </a:ext>
            </a:extLst>
          </p:cNvPr>
          <p:cNvSpPr>
            <a:spLocks xmlns:a="http://schemas.openxmlformats.org/drawingml/2006/main" noGrp="1"/>
          </p:cNvSpPr>
          <p:nvPr>
            <p:ph type="pic" idx="6"/>
          </p:nvPr>
        </p:nvSpPr>
        <p:spPr>
          <a:xfrm xmlns:a="http://schemas.openxmlformats.org/drawingml/2006/main">
            <a:off x="10191750" y="3857625"/>
            <a:ext cx="2571750" cy="257175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4A5590"/>
            </a:solidFill>
            <a:prstDash val="solid"/>
            <a:headEnd type="none" w="sm" len="sm"/>
            <a:tailEnd type="none" w="sm" len="sm"/>
          </a:ln>
        </p:spPr>
      </p:sp>
      <p:sp>
        <p:nvSpPr>
          <p:cNvPr id="184" name="Google Shape;184;p45">
            <a:extLst xmlns:a="http://schemas.openxmlformats.org/drawingml/2006/main">
              <a:ext uri="{FF2B5EF4-FFF2-40B4-BE49-F238E27FC236}">
                <a16:creationId xmlns:a16="http://schemas.microsoft.com/office/drawing/2014/main" id="{57A4594F-8C09-485E-8F33-65BC9D615D3A}"/>
              </a:ext>
            </a:extLst>
          </p:cNvPr>
          <p:cNvSpPr>
            <a:spLocks xmlns:a="http://schemas.openxmlformats.org/drawingml/2006/main" noGrp="1"/>
          </p:cNvSpPr>
          <p:nvPr>
            <p:ph type="body" idx="7"/>
          </p:nvPr>
        </p:nvSpPr>
        <p:spPr>
          <a:xfrm xmlns:a="http://schemas.openxmlformats.org/drawingml/2006/main">
            <a:off x="9715500" y="6953250"/>
            <a:ext cx="35242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85" name="Google Shape;185;p45">
            <a:extLst xmlns:a="http://schemas.openxmlformats.org/drawingml/2006/main">
              <a:ext uri="{FF2B5EF4-FFF2-40B4-BE49-F238E27FC236}">
                <a16:creationId xmlns:a16="http://schemas.microsoft.com/office/drawing/2014/main" id="{F6BF6C51-A83E-4724-944E-DDE63DAE723C}"/>
              </a:ext>
            </a:extLst>
          </p:cNvPr>
          <p:cNvSpPr>
            <a:spLocks xmlns:a="http://schemas.openxmlformats.org/drawingml/2006/main" noGrp="1"/>
          </p:cNvSpPr>
          <p:nvPr>
            <p:ph type="body" idx="8"/>
          </p:nvPr>
        </p:nvSpPr>
        <p:spPr>
          <a:xfrm xmlns:a="http://schemas.openxmlformats.org/drawingml/2006/main">
            <a:off x="9715500" y="7810500"/>
            <a:ext cx="3524250" cy="904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86" name="Google Shape;186;p45">
            <a:extLst xmlns:a="http://schemas.openxmlformats.org/drawingml/2006/main">
              <a:ext uri="{FF2B5EF4-FFF2-40B4-BE49-F238E27FC236}">
                <a16:creationId xmlns:a16="http://schemas.microsoft.com/office/drawing/2014/main" id="{82F8DC3F-B0FA-43AC-9D17-672E68BE6F78}"/>
              </a:ext>
            </a:extLst>
          </p:cNvPr>
          <p:cNvSpPr>
            <a:spLocks xmlns:a="http://schemas.openxmlformats.org/drawingml/2006/main" noGrp="1"/>
          </p:cNvSpPr>
          <p:nvPr>
            <p:ph type="pic" idx="9"/>
          </p:nvPr>
        </p:nvSpPr>
        <p:spPr>
          <a:xfrm xmlns:a="http://schemas.openxmlformats.org/drawingml/2006/main">
            <a:off x="6191250" y="3857625"/>
            <a:ext cx="2571750" cy="257175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4A5590"/>
            </a:solidFill>
            <a:prstDash val="solid"/>
            <a:headEnd type="none" w="sm" len="sm"/>
            <a:tailEnd type="none" w="sm" len="sm"/>
          </a:ln>
        </p:spPr>
      </p:sp>
      <p:sp>
        <p:nvSpPr>
          <p:cNvPr id="187" name="Google Shape;187;p45">
            <a:extLst xmlns:a="http://schemas.openxmlformats.org/drawingml/2006/main">
              <a:ext uri="{FF2B5EF4-FFF2-40B4-BE49-F238E27FC236}">
                <a16:creationId xmlns:a16="http://schemas.microsoft.com/office/drawing/2014/main" id="{7DD66978-78EA-4C14-BC60-82B32A5F787F}"/>
              </a:ext>
            </a:extLst>
          </p:cNvPr>
          <p:cNvSpPr>
            <a:spLocks xmlns:a="http://schemas.openxmlformats.org/drawingml/2006/main" noGrp="1"/>
          </p:cNvSpPr>
          <p:nvPr>
            <p:ph type="body" idx="13"/>
          </p:nvPr>
        </p:nvSpPr>
        <p:spPr>
          <a:xfrm xmlns:a="http://schemas.openxmlformats.org/drawingml/2006/main">
            <a:off x="5715000" y="6953250"/>
            <a:ext cx="35242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88" name="Google Shape;188;p45">
            <a:extLst xmlns:a="http://schemas.openxmlformats.org/drawingml/2006/main">
              <a:ext uri="{FF2B5EF4-FFF2-40B4-BE49-F238E27FC236}">
                <a16:creationId xmlns:a16="http://schemas.microsoft.com/office/drawing/2014/main" id="{E047B584-692F-4324-9BC0-E152DC22CF44}"/>
              </a:ext>
            </a:extLst>
          </p:cNvPr>
          <p:cNvSpPr>
            <a:spLocks xmlns:a="http://schemas.openxmlformats.org/drawingml/2006/main" noGrp="1"/>
          </p:cNvSpPr>
          <p:nvPr>
            <p:ph type="body" idx="14"/>
          </p:nvPr>
        </p:nvSpPr>
        <p:spPr>
          <a:xfrm xmlns:a="http://schemas.openxmlformats.org/drawingml/2006/main">
            <a:off x="5715000" y="7810500"/>
            <a:ext cx="3524250" cy="904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89" name="Google Shape;189;p45">
            <a:extLst xmlns:a="http://schemas.openxmlformats.org/drawingml/2006/main">
              <a:ext uri="{FF2B5EF4-FFF2-40B4-BE49-F238E27FC236}">
                <a16:creationId xmlns:a16="http://schemas.microsoft.com/office/drawing/2014/main" id="{743C6922-0B83-453B-8F5C-74C8F9EA3C71}"/>
              </a:ext>
            </a:extLst>
          </p:cNvPr>
          <p:cNvSpPr>
            <a:spLocks xmlns:a="http://schemas.openxmlformats.org/drawingml/2006/main" noGrp="1"/>
          </p:cNvSpPr>
          <p:nvPr>
            <p:ph type="pic" idx="15"/>
          </p:nvPr>
        </p:nvSpPr>
        <p:spPr>
          <a:xfrm xmlns:a="http://schemas.openxmlformats.org/drawingml/2006/main">
            <a:off x="2190750" y="3857625"/>
            <a:ext cx="2571750" cy="257175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4A5590"/>
            </a:solidFill>
            <a:prstDash val="solid"/>
            <a:headEnd type="none" w="sm" len="sm"/>
            <a:tailEnd type="none" w="sm" len="sm"/>
          </a:ln>
        </p:spPr>
      </p:sp>
      <p:sp>
        <p:nvSpPr>
          <p:cNvPr id="190" name="Google Shape;190;p45">
            <a:extLst xmlns:a="http://schemas.openxmlformats.org/drawingml/2006/main">
              <a:ext uri="{FF2B5EF4-FFF2-40B4-BE49-F238E27FC236}">
                <a16:creationId xmlns:a16="http://schemas.microsoft.com/office/drawing/2014/main" id="{9E47BC94-D3A8-4148-9A71-13FA003734E7}"/>
              </a:ext>
            </a:extLst>
          </p:cNvPr>
          <p:cNvSpPr>
            <a:spLocks xmlns:a="http://schemas.openxmlformats.org/drawingml/2006/main" noGrp="1"/>
          </p:cNvSpPr>
          <p:nvPr>
            <p:ph type="body" idx="16"/>
          </p:nvPr>
        </p:nvSpPr>
        <p:spPr>
          <a:xfrm xmlns:a="http://schemas.openxmlformats.org/drawingml/2006/main">
            <a:off x="1714500" y="6953250"/>
            <a:ext cx="35242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91" name="Google Shape;191;p45">
            <a:extLst xmlns:a="http://schemas.openxmlformats.org/drawingml/2006/main">
              <a:ext uri="{FF2B5EF4-FFF2-40B4-BE49-F238E27FC236}">
                <a16:creationId xmlns:a16="http://schemas.microsoft.com/office/drawing/2014/main" id="{A079340D-F20A-473F-9F54-5A8A820FDBB2}"/>
              </a:ext>
            </a:extLst>
          </p:cNvPr>
          <p:cNvSpPr>
            <a:spLocks xmlns:a="http://schemas.openxmlformats.org/drawingml/2006/main" noGrp="1"/>
          </p:cNvSpPr>
          <p:nvPr>
            <p:ph type="body" idx="17"/>
          </p:nvPr>
        </p:nvSpPr>
        <p:spPr>
          <a:xfrm xmlns:a="http://schemas.openxmlformats.org/drawingml/2006/main">
            <a:off x="1714500" y="7810500"/>
            <a:ext cx="3524250" cy="904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14.xml><?xml version="1.0" encoding="utf-8"?>
<p:sldLayout xmlns:p="http://schemas.openxmlformats.org/presentationml/2006/main" matchingName="أربع نقاط فاتحة">
  <p:cSld name="أربع نقاط فاتحة">
    <p:bg>
      <p:bgPr>
        <a:solidFill xmlns:a="http://schemas.openxmlformats.org/drawingml/2006/main">
          <a:srgbClr val="F2F4FF"/>
        </a:solidFill>
      </p:bgPr>
    </p:bg>
    <p:spTree>
      <p:nvGrpSpPr>
        <p:cNvPr id="1" name=""/>
        <p:cNvGrpSpPr/>
        <p:nvPr/>
      </p:nvGrpSpPr>
      <p:grpSpPr>
        <a:xfrm xmlns:a="http://schemas.openxmlformats.org/drawingml/2006/main"/>
      </p:grpSpPr>
      <p:pic>
        <p:nvPicPr>
          <p:cNvPr id="210" name="Google Shape;193;p46"/>
          <p:cNvPicPr>
            <a:picLocks xmlns:a="http://schemas.openxmlformats.org/drawingml/2006/main" noChangeAspect="1"/>
          </p:cNvPicPr>
          <p:nvPr/>
        </p:nvPicPr>
        <p:blipFill rotWithShape="1">
          <a:blip xmlns:r="http://schemas.openxmlformats.org/officeDocument/2006/relationships" xmlns:a="http://schemas.openxmlformats.org/drawingml/2006/main" r:embed="R1029918b815d496f">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211" name="Google Shape;194;p46"/>
          <p:cNvPicPr>
            <a:picLocks xmlns:a="http://schemas.openxmlformats.org/drawingml/2006/main" noChangeAspect="1"/>
          </p:cNvPicPr>
          <p:nvPr/>
        </p:nvPicPr>
        <p:blipFill rotWithShape="1">
          <a:blip xmlns:r="http://schemas.openxmlformats.org/officeDocument/2006/relationships" xmlns:a="http://schemas.openxmlformats.org/drawingml/2006/main" r:embed="R223bd018149e4351">
            <a:alphaModFix/>
          </a:blip>
          <a:srcRect xmlns:a="http://schemas.openxmlformats.org/drawingml/2006/main" l="0" t="0" r="0" b="0"/>
          <a:stretch xmlns:a="http://schemas.openxmlformats.org/drawingml/2006/main"/>
        </p:blipFill>
        <p:spPr>
          <a:xfrm xmlns:a="http://schemas.openxmlformats.org/drawingml/2006/main">
            <a:off x="1337187" y="685800"/>
            <a:ext cx="2888226" cy="895350"/>
          </a:xfrm>
          <a:prstGeom xmlns:a="http://schemas.openxmlformats.org/drawingml/2006/main" prst="rect">
            <a:avLst/>
          </a:prstGeom>
          <a:ln xmlns:a="http://schemas.openxmlformats.org/drawingml/2006/main">
            <a:noFill/>
          </a:ln>
        </p:spPr>
      </p:pic>
      <p:sp>
        <p:nvSpPr>
          <p:cNvPr id="195" name="Google Shape;195;p46">
            <a:extLst xmlns:a="http://schemas.openxmlformats.org/drawingml/2006/main">
              <a:ext uri="{FF2B5EF4-FFF2-40B4-BE49-F238E27FC236}">
                <a16:creationId xmlns:a16="http://schemas.microsoft.com/office/drawing/2014/main" id="{7C60972A-A8CA-4087-B32A-3551636EAC17}"/>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96" name="Google Shape;196;p46">
            <a:extLst xmlns:a="http://schemas.openxmlformats.org/drawingml/2006/main">
              <a:ext uri="{FF2B5EF4-FFF2-40B4-BE49-F238E27FC236}">
                <a16:creationId xmlns:a16="http://schemas.microsoft.com/office/drawing/2014/main" id="{2D6AF9EC-D9F6-4F5A-9B17-446D5DB8F668}"/>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97" name="Google Shape;197;p46">
            <a:extLst xmlns:a="http://schemas.openxmlformats.org/drawingml/2006/main">
              <a:ext uri="{FF2B5EF4-FFF2-40B4-BE49-F238E27FC236}">
                <a16:creationId xmlns:a16="http://schemas.microsoft.com/office/drawing/2014/main" id="{23E22AF4-58A5-4180-9DBB-8FFC36287264}"/>
              </a:ext>
            </a:extLst>
          </p:cNvPr>
          <p:cNvSpPr>
            <a:spLocks xmlns:a="http://schemas.openxmlformats.org/drawingml/2006/main" noGrp="1"/>
          </p:cNvSpPr>
          <p:nvPr>
            <p:ph type="body" idx="2"/>
          </p:nvPr>
        </p:nvSpPr>
        <p:spPr>
          <a:xfrm xmlns:a="http://schemas.openxmlformats.org/drawingml/2006/main">
            <a:off x="1714500" y="2857500"/>
            <a:ext cx="15430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198" name="Google Shape;198;p46">
            <a:extLst xmlns:a="http://schemas.openxmlformats.org/drawingml/2006/main">
              <a:ext uri="{FF2B5EF4-FFF2-40B4-BE49-F238E27FC236}">
                <a16:creationId xmlns:a16="http://schemas.microsoft.com/office/drawing/2014/main" id="{EFBCEAB7-B947-4413-AC00-AD88A76D964D}"/>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4A5590"/>
                </a:solidFill>
                <a:latin typeface="Readex Pro"/>
                <a:ea typeface="Readex Pro"/>
                <a:cs typeface="Readex Pro"/>
              </a:rPr>
              <a:t>تحدي الذكاء الاصطناعي في خدمة المحتوى الإسلامي</a:t>
            </a:r>
            <a:endParaRPr/>
          </a:p>
        </p:txBody>
      </p:sp>
      <p:sp>
        <p:nvSpPr>
          <p:cNvPr id="199" name="Google Shape;199;p46">
            <a:extLst xmlns:a="http://schemas.openxmlformats.org/drawingml/2006/main">
              <a:ext uri="{FF2B5EF4-FFF2-40B4-BE49-F238E27FC236}">
                <a16:creationId xmlns:a16="http://schemas.microsoft.com/office/drawing/2014/main" id="{D5BCC72A-CB1C-4274-B22B-3024AA05B143}"/>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4A5590"/>
                </a:solidFill>
                <a:latin typeface="Readex Pro"/>
                <a:ea typeface="Readex Pro"/>
                <a:cs typeface="Readex Pro"/>
              </a:defRPr>
            </a:lvl1pPr>
            <a:lvl2pPr marL="0" marR="0" indent="0" algn="l">
              <a:spcBef>
                <a:spcPts val="0"/>
              </a:spcBef>
              <a:buNone/>
              <a:defRPr sz="1800" b="0">
                <a:solidFill>
                  <a:srgbClr val="4A5590"/>
                </a:solidFill>
                <a:latin typeface="Readex Pro"/>
                <a:ea typeface="Readex Pro"/>
                <a:cs typeface="Readex Pro"/>
              </a:defRPr>
            </a:lvl2pPr>
            <a:lvl3pPr marL="0" marR="0" indent="0" algn="l">
              <a:spcBef>
                <a:spcPts val="0"/>
              </a:spcBef>
              <a:buNone/>
              <a:defRPr sz="1800" b="0">
                <a:solidFill>
                  <a:srgbClr val="4A5590"/>
                </a:solidFill>
                <a:latin typeface="Readex Pro"/>
                <a:ea typeface="Readex Pro"/>
                <a:cs typeface="Readex Pro"/>
              </a:defRPr>
            </a:lvl3pPr>
            <a:lvl4pPr marL="0" marR="0" indent="0" algn="l">
              <a:spcBef>
                <a:spcPts val="0"/>
              </a:spcBef>
              <a:buNone/>
              <a:defRPr sz="1800" b="0">
                <a:solidFill>
                  <a:srgbClr val="4A5590"/>
                </a:solidFill>
                <a:latin typeface="Readex Pro"/>
                <a:ea typeface="Readex Pro"/>
                <a:cs typeface="Readex Pro"/>
              </a:defRPr>
            </a:lvl4pPr>
            <a:lvl5pPr marL="0" marR="0" indent="0" algn="l">
              <a:spcBef>
                <a:spcPts val="0"/>
              </a:spcBef>
              <a:buNone/>
              <a:defRPr sz="1800" b="0">
                <a:solidFill>
                  <a:srgbClr val="4A5590"/>
                </a:solidFill>
                <a:latin typeface="Readex Pro"/>
                <a:ea typeface="Readex Pro"/>
                <a:cs typeface="Readex Pro"/>
              </a:defRPr>
            </a:lvl5pPr>
            <a:lvl6pPr marL="0" marR="0" indent="0" algn="l">
              <a:spcBef>
                <a:spcPts val="0"/>
              </a:spcBef>
              <a:buNone/>
              <a:defRPr sz="1800" b="0">
                <a:solidFill>
                  <a:srgbClr val="4A5590"/>
                </a:solidFill>
                <a:latin typeface="Readex Pro"/>
                <a:ea typeface="Readex Pro"/>
                <a:cs typeface="Readex Pro"/>
              </a:defRPr>
            </a:lvl6pPr>
            <a:lvl7pPr marL="0" marR="0" indent="0" algn="l">
              <a:spcBef>
                <a:spcPts val="0"/>
              </a:spcBef>
              <a:buNone/>
              <a:defRPr sz="1800" b="0">
                <a:solidFill>
                  <a:srgbClr val="4A5590"/>
                </a:solidFill>
                <a:latin typeface="Readex Pro"/>
                <a:ea typeface="Readex Pro"/>
                <a:cs typeface="Readex Pro"/>
              </a:defRPr>
            </a:lvl7pPr>
            <a:lvl8pPr marL="0" marR="0" indent="0" algn="l">
              <a:spcBef>
                <a:spcPts val="0"/>
              </a:spcBef>
              <a:buNone/>
              <a:defRPr sz="1800" b="0">
                <a:solidFill>
                  <a:srgbClr val="4A5590"/>
                </a:solidFill>
                <a:latin typeface="Readex Pro"/>
                <a:ea typeface="Readex Pro"/>
                <a:cs typeface="Readex Pro"/>
              </a:defRPr>
            </a:lvl8pPr>
            <a:lvl9pPr marL="0" marR="0" indent="0" algn="l">
              <a:spcBef>
                <a:spcPts val="0"/>
              </a:spcBef>
              <a:buNone/>
              <a:defRPr sz="1800" b="0">
                <a:solidFill>
                  <a:srgbClr val="4A5590"/>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00" name="Google Shape;200;p46">
            <a:extLst xmlns:a="http://schemas.openxmlformats.org/drawingml/2006/main">
              <a:ext uri="{FF2B5EF4-FFF2-40B4-BE49-F238E27FC236}">
                <a16:creationId xmlns:a16="http://schemas.microsoft.com/office/drawing/2014/main" id="{06E6D290-3F2A-4F57-A98D-47B76390B07E}"/>
              </a:ext>
            </a:extLst>
          </p:cNvPr>
          <p:cNvSpPr>
            <a:spLocks xmlns:a="http://schemas.openxmlformats.org/drawingml/2006/main" noGrp="1"/>
          </p:cNvSpPr>
          <p:nvPr>
            <p:ph type="body" idx="3"/>
          </p:nvPr>
        </p:nvSpPr>
        <p:spPr>
          <a:xfrm xmlns:a="http://schemas.openxmlformats.org/drawingml/2006/main">
            <a:off x="9810750" y="3952875"/>
            <a:ext cx="7334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01" name="Google Shape;201;p46">
            <a:extLst xmlns:a="http://schemas.openxmlformats.org/drawingml/2006/main">
              <a:ext uri="{FF2B5EF4-FFF2-40B4-BE49-F238E27FC236}">
                <a16:creationId xmlns:a16="http://schemas.microsoft.com/office/drawing/2014/main" id="{9BEB1092-58C3-4EEE-AC52-65A22147AE69}"/>
              </a:ext>
            </a:extLst>
          </p:cNvPr>
          <p:cNvSpPr>
            <a:spLocks xmlns:a="http://schemas.openxmlformats.org/drawingml/2006/main" noGrp="1"/>
          </p:cNvSpPr>
          <p:nvPr>
            <p:ph type="body" idx="4"/>
          </p:nvPr>
        </p:nvSpPr>
        <p:spPr>
          <a:xfrm xmlns:a="http://schemas.openxmlformats.org/drawingml/2006/main">
            <a:off x="9810750" y="4657725"/>
            <a:ext cx="73342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02" name="Google Shape;202;p46">
            <a:extLst xmlns:a="http://schemas.openxmlformats.org/drawingml/2006/main">
              <a:ext uri="{FF2B5EF4-FFF2-40B4-BE49-F238E27FC236}">
                <a16:creationId xmlns:a16="http://schemas.microsoft.com/office/drawing/2014/main" id="{F856028F-C75F-46A9-AB1C-B69FEF1935AE}"/>
              </a:ext>
            </a:extLst>
          </p:cNvPr>
          <p:cNvSpPr>
            <a:spLocks xmlns:a="http://schemas.openxmlformats.org/drawingml/2006/main" noGrp="1"/>
          </p:cNvSpPr>
          <p:nvPr>
            <p:ph type="body" idx="5"/>
          </p:nvPr>
        </p:nvSpPr>
        <p:spPr>
          <a:xfrm xmlns:a="http://schemas.openxmlformats.org/drawingml/2006/main">
            <a:off x="1714500" y="3952875"/>
            <a:ext cx="6953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03" name="Google Shape;203;p46">
            <a:extLst xmlns:a="http://schemas.openxmlformats.org/drawingml/2006/main">
              <a:ext uri="{FF2B5EF4-FFF2-40B4-BE49-F238E27FC236}">
                <a16:creationId xmlns:a16="http://schemas.microsoft.com/office/drawing/2014/main" id="{A5F60A05-F835-462C-84A2-AA9045CC3FB9}"/>
              </a:ext>
            </a:extLst>
          </p:cNvPr>
          <p:cNvSpPr>
            <a:spLocks xmlns:a="http://schemas.openxmlformats.org/drawingml/2006/main" noGrp="1"/>
          </p:cNvSpPr>
          <p:nvPr>
            <p:ph type="body" idx="6"/>
          </p:nvPr>
        </p:nvSpPr>
        <p:spPr>
          <a:xfrm xmlns:a="http://schemas.openxmlformats.org/drawingml/2006/main">
            <a:off x="1714500" y="4657725"/>
            <a:ext cx="69532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04" name="Google Shape;204;p46">
            <a:extLst xmlns:a="http://schemas.openxmlformats.org/drawingml/2006/main">
              <a:ext uri="{FF2B5EF4-FFF2-40B4-BE49-F238E27FC236}">
                <a16:creationId xmlns:a16="http://schemas.microsoft.com/office/drawing/2014/main" id="{6BBE3B4D-EC78-4AC2-B28D-51FB8FE3D8F6}"/>
              </a:ext>
            </a:extLst>
          </p:cNvPr>
          <p:cNvSpPr>
            <a:spLocks xmlns:a="http://schemas.openxmlformats.org/drawingml/2006/main" noGrp="1"/>
          </p:cNvSpPr>
          <p:nvPr>
            <p:ph type="body" idx="7"/>
          </p:nvPr>
        </p:nvSpPr>
        <p:spPr>
          <a:xfrm xmlns:a="http://schemas.openxmlformats.org/drawingml/2006/main">
            <a:off x="9810750" y="6619875"/>
            <a:ext cx="7334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05" name="Google Shape;205;p46">
            <a:extLst xmlns:a="http://schemas.openxmlformats.org/drawingml/2006/main">
              <a:ext uri="{FF2B5EF4-FFF2-40B4-BE49-F238E27FC236}">
                <a16:creationId xmlns:a16="http://schemas.microsoft.com/office/drawing/2014/main" id="{1AAB1692-98FF-41FC-9412-2F5186B9104B}"/>
              </a:ext>
            </a:extLst>
          </p:cNvPr>
          <p:cNvSpPr>
            <a:spLocks xmlns:a="http://schemas.openxmlformats.org/drawingml/2006/main" noGrp="1"/>
          </p:cNvSpPr>
          <p:nvPr>
            <p:ph type="body" idx="8"/>
          </p:nvPr>
        </p:nvSpPr>
        <p:spPr>
          <a:xfrm xmlns:a="http://schemas.openxmlformats.org/drawingml/2006/main">
            <a:off x="9810750" y="7324725"/>
            <a:ext cx="73342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06" name="Google Shape;206;p46">
            <a:extLst xmlns:a="http://schemas.openxmlformats.org/drawingml/2006/main">
              <a:ext uri="{FF2B5EF4-FFF2-40B4-BE49-F238E27FC236}">
                <a16:creationId xmlns:a16="http://schemas.microsoft.com/office/drawing/2014/main" id="{59A1B22D-1753-48E4-9CD9-7732112BDE73}"/>
              </a:ext>
            </a:extLst>
          </p:cNvPr>
          <p:cNvSpPr>
            <a:spLocks xmlns:a="http://schemas.openxmlformats.org/drawingml/2006/main" noGrp="1"/>
          </p:cNvSpPr>
          <p:nvPr>
            <p:ph type="body" idx="9"/>
          </p:nvPr>
        </p:nvSpPr>
        <p:spPr>
          <a:xfrm xmlns:a="http://schemas.openxmlformats.org/drawingml/2006/main">
            <a:off x="1714500" y="6619875"/>
            <a:ext cx="6953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07" name="Google Shape;207;p46">
            <a:extLst xmlns:a="http://schemas.openxmlformats.org/drawingml/2006/main">
              <a:ext uri="{FF2B5EF4-FFF2-40B4-BE49-F238E27FC236}">
                <a16:creationId xmlns:a16="http://schemas.microsoft.com/office/drawing/2014/main" id="{8190F277-A557-440E-8C70-9456CD15E909}"/>
              </a:ext>
            </a:extLst>
          </p:cNvPr>
          <p:cNvSpPr>
            <a:spLocks xmlns:a="http://schemas.openxmlformats.org/drawingml/2006/main" noGrp="1"/>
          </p:cNvSpPr>
          <p:nvPr>
            <p:ph type="body" idx="13"/>
          </p:nvPr>
        </p:nvSpPr>
        <p:spPr>
          <a:xfrm xmlns:a="http://schemas.openxmlformats.org/drawingml/2006/main">
            <a:off x="1714500" y="7324725"/>
            <a:ext cx="69532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15.xml><?xml version="1.0" encoding="utf-8"?>
<p:sldLayout xmlns:p="http://schemas.openxmlformats.org/presentationml/2006/main" matchingName="جدول فاتح">
  <p:cSld name="جدول فاتح">
    <p:bg>
      <p:bgPr>
        <a:solidFill xmlns:a="http://schemas.openxmlformats.org/drawingml/2006/main">
          <a:srgbClr val="F2F4FF"/>
        </a:solidFill>
      </p:bgPr>
    </p:bg>
    <p:spTree>
      <p:nvGrpSpPr>
        <p:cNvPr id="1" name=""/>
        <p:cNvGrpSpPr/>
        <p:nvPr/>
      </p:nvGrpSpPr>
      <p:grpSpPr>
        <a:xfrm xmlns:a="http://schemas.openxmlformats.org/drawingml/2006/main"/>
      </p:grpSpPr>
      <p:pic>
        <p:nvPicPr>
          <p:cNvPr id="220" name="Google Shape;209;p47"/>
          <p:cNvPicPr>
            <a:picLocks xmlns:a="http://schemas.openxmlformats.org/drawingml/2006/main" noChangeAspect="1"/>
          </p:cNvPicPr>
          <p:nvPr/>
        </p:nvPicPr>
        <p:blipFill rotWithShape="1">
          <a:blip xmlns:r="http://schemas.openxmlformats.org/officeDocument/2006/relationships" xmlns:a="http://schemas.openxmlformats.org/drawingml/2006/main" r:embed="R5a6729cc492c4480">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221" name="Google Shape;210;p47"/>
          <p:cNvPicPr>
            <a:picLocks xmlns:a="http://schemas.openxmlformats.org/drawingml/2006/main" noChangeAspect="1"/>
          </p:cNvPicPr>
          <p:nvPr/>
        </p:nvPicPr>
        <p:blipFill rotWithShape="1">
          <a:blip xmlns:r="http://schemas.openxmlformats.org/officeDocument/2006/relationships" xmlns:a="http://schemas.openxmlformats.org/drawingml/2006/main" r:embed="R34bf31d6b6f14edb">
            <a:alphaModFix/>
          </a:blip>
          <a:srcRect xmlns:a="http://schemas.openxmlformats.org/drawingml/2006/main" l="0" t="0" r="0" b="0"/>
          <a:stretch xmlns:a="http://schemas.openxmlformats.org/drawingml/2006/main"/>
        </p:blipFill>
        <p:spPr>
          <a:xfrm xmlns:a="http://schemas.openxmlformats.org/drawingml/2006/main">
            <a:off x="1337187" y="685800"/>
            <a:ext cx="2888226" cy="895350"/>
          </a:xfrm>
          <a:prstGeom xmlns:a="http://schemas.openxmlformats.org/drawingml/2006/main" prst="rect">
            <a:avLst/>
          </a:prstGeom>
          <a:ln xmlns:a="http://schemas.openxmlformats.org/drawingml/2006/main">
            <a:noFill/>
          </a:ln>
        </p:spPr>
      </p:pic>
      <p:sp>
        <p:nvSpPr>
          <p:cNvPr id="211" name="Google Shape;211;p47">
            <a:extLst xmlns:a="http://schemas.openxmlformats.org/drawingml/2006/main">
              <a:ext uri="{FF2B5EF4-FFF2-40B4-BE49-F238E27FC236}">
                <a16:creationId xmlns:a16="http://schemas.microsoft.com/office/drawing/2014/main" id="{DDEA554D-CDFC-4FDC-8CCA-04ADAFC8D00E}"/>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12" name="Google Shape;212;p47">
            <a:extLst xmlns:a="http://schemas.openxmlformats.org/drawingml/2006/main">
              <a:ext uri="{FF2B5EF4-FFF2-40B4-BE49-F238E27FC236}">
                <a16:creationId xmlns:a16="http://schemas.microsoft.com/office/drawing/2014/main" id="{DFD22418-E3EA-4F98-9C68-D463FC094DEF}"/>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13" name="Google Shape;213;p47">
            <a:extLst xmlns:a="http://schemas.openxmlformats.org/drawingml/2006/main">
              <a:ext uri="{FF2B5EF4-FFF2-40B4-BE49-F238E27FC236}">
                <a16:creationId xmlns:a16="http://schemas.microsoft.com/office/drawing/2014/main" id="{3ABAABE7-1DBF-434C-9F71-168CD804F617}"/>
              </a:ext>
            </a:extLst>
          </p:cNvPr>
          <p:cNvSpPr>
            <a:spLocks xmlns:a="http://schemas.openxmlformats.org/drawingml/2006/main" noGrp="1"/>
          </p:cNvSpPr>
          <p:nvPr>
            <p:ph type="body" idx="2"/>
          </p:nvPr>
        </p:nvSpPr>
        <p:spPr>
          <a:xfrm xmlns:a="http://schemas.openxmlformats.org/drawingml/2006/main">
            <a:off x="1714500" y="2857500"/>
            <a:ext cx="15430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14" name="Google Shape;214;p47">
            <a:extLst xmlns:a="http://schemas.openxmlformats.org/drawingml/2006/main">
              <a:ext uri="{FF2B5EF4-FFF2-40B4-BE49-F238E27FC236}">
                <a16:creationId xmlns:a16="http://schemas.microsoft.com/office/drawing/2014/main" id="{2E41FEF1-2AA5-4188-9FC0-D64ACDE66291}"/>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4A5590"/>
                </a:solidFill>
                <a:latin typeface="Readex Pro"/>
                <a:ea typeface="Readex Pro"/>
                <a:cs typeface="Readex Pro"/>
              </a:rPr>
              <a:t>تحدي الذكاء الاصطناعي في خدمة المحتوى الإسلامي</a:t>
            </a:r>
            <a:endParaRPr/>
          </a:p>
        </p:txBody>
      </p:sp>
      <p:sp>
        <p:nvSpPr>
          <p:cNvPr id="215" name="Google Shape;215;p47">
            <a:extLst xmlns:a="http://schemas.openxmlformats.org/drawingml/2006/main">
              <a:ext uri="{FF2B5EF4-FFF2-40B4-BE49-F238E27FC236}">
                <a16:creationId xmlns:a16="http://schemas.microsoft.com/office/drawing/2014/main" id="{1F8064F3-0F2E-4380-A935-B68CF795BD23}"/>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4A5590"/>
                </a:solidFill>
                <a:latin typeface="Readex Pro"/>
                <a:ea typeface="Readex Pro"/>
                <a:cs typeface="Readex Pro"/>
              </a:defRPr>
            </a:lvl1pPr>
            <a:lvl2pPr marL="0" marR="0" indent="0" algn="l">
              <a:spcBef>
                <a:spcPts val="0"/>
              </a:spcBef>
              <a:buNone/>
              <a:defRPr sz="1800" b="0">
                <a:solidFill>
                  <a:srgbClr val="4A5590"/>
                </a:solidFill>
                <a:latin typeface="Readex Pro"/>
                <a:ea typeface="Readex Pro"/>
                <a:cs typeface="Readex Pro"/>
              </a:defRPr>
            </a:lvl2pPr>
            <a:lvl3pPr marL="0" marR="0" indent="0" algn="l">
              <a:spcBef>
                <a:spcPts val="0"/>
              </a:spcBef>
              <a:buNone/>
              <a:defRPr sz="1800" b="0">
                <a:solidFill>
                  <a:srgbClr val="4A5590"/>
                </a:solidFill>
                <a:latin typeface="Readex Pro"/>
                <a:ea typeface="Readex Pro"/>
                <a:cs typeface="Readex Pro"/>
              </a:defRPr>
            </a:lvl3pPr>
            <a:lvl4pPr marL="0" marR="0" indent="0" algn="l">
              <a:spcBef>
                <a:spcPts val="0"/>
              </a:spcBef>
              <a:buNone/>
              <a:defRPr sz="1800" b="0">
                <a:solidFill>
                  <a:srgbClr val="4A5590"/>
                </a:solidFill>
                <a:latin typeface="Readex Pro"/>
                <a:ea typeface="Readex Pro"/>
                <a:cs typeface="Readex Pro"/>
              </a:defRPr>
            </a:lvl4pPr>
            <a:lvl5pPr marL="0" marR="0" indent="0" algn="l">
              <a:spcBef>
                <a:spcPts val="0"/>
              </a:spcBef>
              <a:buNone/>
              <a:defRPr sz="1800" b="0">
                <a:solidFill>
                  <a:srgbClr val="4A5590"/>
                </a:solidFill>
                <a:latin typeface="Readex Pro"/>
                <a:ea typeface="Readex Pro"/>
                <a:cs typeface="Readex Pro"/>
              </a:defRPr>
            </a:lvl5pPr>
            <a:lvl6pPr marL="0" marR="0" indent="0" algn="l">
              <a:spcBef>
                <a:spcPts val="0"/>
              </a:spcBef>
              <a:buNone/>
              <a:defRPr sz="1800" b="0">
                <a:solidFill>
                  <a:srgbClr val="4A5590"/>
                </a:solidFill>
                <a:latin typeface="Readex Pro"/>
                <a:ea typeface="Readex Pro"/>
                <a:cs typeface="Readex Pro"/>
              </a:defRPr>
            </a:lvl6pPr>
            <a:lvl7pPr marL="0" marR="0" indent="0" algn="l">
              <a:spcBef>
                <a:spcPts val="0"/>
              </a:spcBef>
              <a:buNone/>
              <a:defRPr sz="1800" b="0">
                <a:solidFill>
                  <a:srgbClr val="4A5590"/>
                </a:solidFill>
                <a:latin typeface="Readex Pro"/>
                <a:ea typeface="Readex Pro"/>
                <a:cs typeface="Readex Pro"/>
              </a:defRPr>
            </a:lvl7pPr>
            <a:lvl8pPr marL="0" marR="0" indent="0" algn="l">
              <a:spcBef>
                <a:spcPts val="0"/>
              </a:spcBef>
              <a:buNone/>
              <a:defRPr sz="1800" b="0">
                <a:solidFill>
                  <a:srgbClr val="4A5590"/>
                </a:solidFill>
                <a:latin typeface="Readex Pro"/>
                <a:ea typeface="Readex Pro"/>
                <a:cs typeface="Readex Pro"/>
              </a:defRPr>
            </a:lvl8pPr>
            <a:lvl9pPr marL="0" marR="0" indent="0" algn="l">
              <a:spcBef>
                <a:spcPts val="0"/>
              </a:spcBef>
              <a:buNone/>
              <a:defRPr sz="1800" b="0">
                <a:solidFill>
                  <a:srgbClr val="4A5590"/>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16" name="Google Shape;216;p47">
            <a:extLst xmlns:a="http://schemas.openxmlformats.org/drawingml/2006/main">
              <a:ext uri="{FF2B5EF4-FFF2-40B4-BE49-F238E27FC236}">
                <a16:creationId xmlns:a16="http://schemas.microsoft.com/office/drawing/2014/main" id="{215B0F66-EB64-4DDC-BD75-99CF0FCDB21C}"/>
              </a:ext>
            </a:extLst>
          </p:cNvPr>
          <p:cNvSpPr>
            <a:spLocks xmlns:a="http://schemas.openxmlformats.org/drawingml/2006/main" noGrp="1"/>
          </p:cNvSpPr>
          <p:nvPr>
            <p:ph type="body" idx="3"/>
          </p:nvPr>
        </p:nvSpPr>
        <p:spPr>
          <a:xfrm xmlns:a="http://schemas.openxmlformats.org/drawingml/2006/main">
            <a:off x="1714500" y="8810625"/>
            <a:ext cx="154305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17" name="Google Shape;217;p47">
            <a:extLst xmlns:a="http://schemas.openxmlformats.org/drawingml/2006/main">
              <a:ext uri="{FF2B5EF4-FFF2-40B4-BE49-F238E27FC236}">
                <a16:creationId xmlns:a16="http://schemas.microsoft.com/office/drawing/2014/main" id="{956412A4-BF07-4E0F-AFE9-E912CD5D70D7}"/>
              </a:ext>
            </a:extLst>
          </p:cNvPr>
          <p:cNvSpPr>
            <a:spLocks xmlns:a="http://schemas.openxmlformats.org/drawingml/2006/main" noGrp="1"/>
          </p:cNvSpPr>
          <p:nvPr>
            <p:ph type="tbl" idx="4"/>
          </p:nvPr>
        </p:nvSpPr>
        <p:spPr>
          <a:xfrm xmlns:a="http://schemas.openxmlformats.org/drawingml/2006/main">
            <a:off x="1714500" y="3905250"/>
            <a:ext cx="15430500" cy="447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4000" tIns="45700" rIns="254000" bIns="45700" anchor="ctr">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16.xml><?xml version="1.0" encoding="utf-8"?>
<p:sldLayout xmlns:p="http://schemas.openxmlformats.org/presentationml/2006/main" matchingName="مقارنة بالأعمدة">
  <p:cSld name="مقارنة بالأعمدة">
    <p:bg>
      <p:bgPr>
        <a:solidFill xmlns:a="http://schemas.openxmlformats.org/drawingml/2006/main">
          <a:srgbClr val="12183F"/>
        </a:solidFill>
      </p:bgPr>
    </p:bg>
    <p:spTree>
      <p:nvGrpSpPr>
        <p:cNvPr id="1" name=""/>
        <p:cNvGrpSpPr/>
        <p:nvPr/>
      </p:nvGrpSpPr>
      <p:grpSpPr>
        <a:xfrm xmlns:a="http://schemas.openxmlformats.org/drawingml/2006/main"/>
      </p:grpSpPr>
      <p:pic>
        <p:nvPicPr>
          <p:cNvPr id="230" name="Google Shape;219;p48"/>
          <p:cNvPicPr>
            <a:picLocks xmlns:a="http://schemas.openxmlformats.org/drawingml/2006/main" noChangeAspect="1"/>
          </p:cNvPicPr>
          <p:nvPr/>
        </p:nvPicPr>
        <p:blipFill rotWithShape="1">
          <a:blip xmlns:r="http://schemas.openxmlformats.org/officeDocument/2006/relationships" xmlns:a="http://schemas.openxmlformats.org/drawingml/2006/main" r:embed="R0262a320cc024a24">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231" name="Google Shape;220;p48"/>
          <p:cNvPicPr>
            <a:picLocks xmlns:a="http://schemas.openxmlformats.org/drawingml/2006/main" noChangeAspect="1"/>
          </p:cNvPicPr>
          <p:nvPr/>
        </p:nvPicPr>
        <p:blipFill rotWithShape="1">
          <a:blip xmlns:r="http://schemas.openxmlformats.org/officeDocument/2006/relationships" xmlns:a="http://schemas.openxmlformats.org/drawingml/2006/main" r:embed="Rc8b63550265a4a47">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221" name="Google Shape;221;p48">
            <a:extLst xmlns:a="http://schemas.openxmlformats.org/drawingml/2006/main">
              <a:ext uri="{FF2B5EF4-FFF2-40B4-BE49-F238E27FC236}">
                <a16:creationId xmlns:a16="http://schemas.microsoft.com/office/drawing/2014/main" id="{07AF18A7-49F5-4267-A8A2-42631FAA22EB}"/>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22" name="Google Shape;222;p48">
            <a:extLst xmlns:a="http://schemas.openxmlformats.org/drawingml/2006/main">
              <a:ext uri="{FF2B5EF4-FFF2-40B4-BE49-F238E27FC236}">
                <a16:creationId xmlns:a16="http://schemas.microsoft.com/office/drawing/2014/main" id="{5F62429F-E345-4F70-B5A8-224B977F8AA7}"/>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23" name="Google Shape;223;p48">
            <a:extLst xmlns:a="http://schemas.openxmlformats.org/drawingml/2006/main">
              <a:ext uri="{FF2B5EF4-FFF2-40B4-BE49-F238E27FC236}">
                <a16:creationId xmlns:a16="http://schemas.microsoft.com/office/drawing/2014/main" id="{B7AEDA96-137C-431D-B04C-51A4742F7588}"/>
              </a:ext>
            </a:extLst>
          </p:cNvPr>
          <p:cNvSpPr>
            <a:spLocks xmlns:a="http://schemas.openxmlformats.org/drawingml/2006/main" noGrp="1"/>
          </p:cNvSpPr>
          <p:nvPr>
            <p:ph type="body" idx="2"/>
          </p:nvPr>
        </p:nvSpPr>
        <p:spPr>
          <a:xfrm xmlns:a="http://schemas.openxmlformats.org/drawingml/2006/main">
            <a:off x="1714500" y="2857500"/>
            <a:ext cx="15430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24" name="Google Shape;224;p48">
            <a:extLst xmlns:a="http://schemas.openxmlformats.org/drawingml/2006/main">
              <a:ext uri="{FF2B5EF4-FFF2-40B4-BE49-F238E27FC236}">
                <a16:creationId xmlns:a16="http://schemas.microsoft.com/office/drawing/2014/main" id="{F252059C-B45F-466B-98FB-5042AF72271C}"/>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225" name="Google Shape;225;p48">
            <a:extLst xmlns:a="http://schemas.openxmlformats.org/drawingml/2006/main">
              <a:ext uri="{FF2B5EF4-FFF2-40B4-BE49-F238E27FC236}">
                <a16:creationId xmlns:a16="http://schemas.microsoft.com/office/drawing/2014/main" id="{19488217-FE97-46C7-9875-F02CBC84E997}"/>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26" name="Google Shape;226;p48">
            <a:extLst xmlns:a="http://schemas.openxmlformats.org/drawingml/2006/main">
              <a:ext uri="{FF2B5EF4-FFF2-40B4-BE49-F238E27FC236}">
                <a16:creationId xmlns:a16="http://schemas.microsoft.com/office/drawing/2014/main" id="{218FEB49-CF3B-4DAA-8F12-12CE4152173F}"/>
              </a:ext>
            </a:extLst>
          </p:cNvPr>
          <p:cNvSpPr>
            <a:spLocks xmlns:a="http://schemas.openxmlformats.org/drawingml/2006/main" noGrp="1"/>
          </p:cNvSpPr>
          <p:nvPr>
            <p:ph type="body" idx="3"/>
          </p:nvPr>
        </p:nvSpPr>
        <p:spPr>
          <a:xfrm xmlns:a="http://schemas.openxmlformats.org/drawingml/2006/main">
            <a:off x="2095500" y="8905875"/>
            <a:ext cx="141922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27" name="Google Shape;227;p48">
            <a:extLst xmlns:a="http://schemas.openxmlformats.org/drawingml/2006/main">
              <a:ext uri="{FF2B5EF4-FFF2-40B4-BE49-F238E27FC236}">
                <a16:creationId xmlns:a16="http://schemas.microsoft.com/office/drawing/2014/main" id="{F730AF6A-D51C-4F57-96D2-7945DAADB744}"/>
              </a:ext>
            </a:extLst>
          </p:cNvPr>
          <p:cNvSpPr>
            <a:spLocks xmlns:a="http://schemas.openxmlformats.org/drawingml/2006/main" noGrp="1"/>
          </p:cNvSpPr>
          <p:nvPr>
            <p:ph type="chart" idx="4"/>
          </p:nvPr>
        </p:nvSpPr>
        <p:spPr>
          <a:xfrm xmlns:a="http://schemas.openxmlformats.org/drawingml/2006/main">
            <a:off x="2095500" y="3905250"/>
            <a:ext cx="14192250" cy="485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4000" tIns="45700" rIns="254000" bIns="45700" anchor="ctr">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17.xml><?xml version="1.0" encoding="utf-8"?>
<p:sldLayout xmlns:p="http://schemas.openxmlformats.org/presentationml/2006/main" matchingName="توزيع نسبي">
  <p:cSld name="توزيع نسبي">
    <p:bg>
      <p:bgPr>
        <a:solidFill xmlns:a="http://schemas.openxmlformats.org/drawingml/2006/main">
          <a:srgbClr val="12183F"/>
        </a:solidFill>
      </p:bgPr>
    </p:bg>
    <p:spTree>
      <p:nvGrpSpPr>
        <p:cNvPr id="1" name=""/>
        <p:cNvGrpSpPr/>
        <p:nvPr/>
      </p:nvGrpSpPr>
      <p:grpSpPr>
        <a:xfrm xmlns:a="http://schemas.openxmlformats.org/drawingml/2006/main"/>
      </p:grpSpPr>
      <p:pic>
        <p:nvPicPr>
          <p:cNvPr id="240" name="Google Shape;229;p49"/>
          <p:cNvPicPr>
            <a:picLocks xmlns:a="http://schemas.openxmlformats.org/drawingml/2006/main" noChangeAspect="1"/>
          </p:cNvPicPr>
          <p:nvPr/>
        </p:nvPicPr>
        <p:blipFill rotWithShape="1">
          <a:blip xmlns:r="http://schemas.openxmlformats.org/officeDocument/2006/relationships" xmlns:a="http://schemas.openxmlformats.org/drawingml/2006/main" r:embed="Re871100329b94bf7">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241" name="Google Shape;230;p49"/>
          <p:cNvPicPr>
            <a:picLocks xmlns:a="http://schemas.openxmlformats.org/drawingml/2006/main" noChangeAspect="1"/>
          </p:cNvPicPr>
          <p:nvPr/>
        </p:nvPicPr>
        <p:blipFill rotWithShape="1">
          <a:blip xmlns:r="http://schemas.openxmlformats.org/officeDocument/2006/relationships" xmlns:a="http://schemas.openxmlformats.org/drawingml/2006/main" r:embed="Rae73e6f6397d407b">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231" name="Google Shape;231;p49">
            <a:extLst xmlns:a="http://schemas.openxmlformats.org/drawingml/2006/main">
              <a:ext uri="{FF2B5EF4-FFF2-40B4-BE49-F238E27FC236}">
                <a16:creationId xmlns:a16="http://schemas.microsoft.com/office/drawing/2014/main" id="{569E318F-A1BC-4F36-9253-A1D505C5FB82}"/>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32" name="Google Shape;232;p49">
            <a:extLst xmlns:a="http://schemas.openxmlformats.org/drawingml/2006/main">
              <a:ext uri="{FF2B5EF4-FFF2-40B4-BE49-F238E27FC236}">
                <a16:creationId xmlns:a16="http://schemas.microsoft.com/office/drawing/2014/main" id="{AA773460-FBF3-4280-A78B-8AF270C1F5E9}"/>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33" name="Google Shape;233;p49">
            <a:extLst xmlns:a="http://schemas.openxmlformats.org/drawingml/2006/main">
              <a:ext uri="{FF2B5EF4-FFF2-40B4-BE49-F238E27FC236}">
                <a16:creationId xmlns:a16="http://schemas.microsoft.com/office/drawing/2014/main" id="{9FE54906-A355-4A17-8708-606A7AD06B2D}"/>
              </a:ext>
            </a:extLst>
          </p:cNvPr>
          <p:cNvSpPr>
            <a:spLocks xmlns:a="http://schemas.openxmlformats.org/drawingml/2006/main" noGrp="1"/>
          </p:cNvSpPr>
          <p:nvPr>
            <p:ph type="body" idx="2"/>
          </p:nvPr>
        </p:nvSpPr>
        <p:spPr>
          <a:xfrm xmlns:a="http://schemas.openxmlformats.org/drawingml/2006/main">
            <a:off x="1714500" y="2857500"/>
            <a:ext cx="15430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34" name="Google Shape;234;p49">
            <a:extLst xmlns:a="http://schemas.openxmlformats.org/drawingml/2006/main">
              <a:ext uri="{FF2B5EF4-FFF2-40B4-BE49-F238E27FC236}">
                <a16:creationId xmlns:a16="http://schemas.microsoft.com/office/drawing/2014/main" id="{107F7D10-B60E-479F-ABB8-384AA3A3E1B8}"/>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235" name="Google Shape;235;p49">
            <a:extLst xmlns:a="http://schemas.openxmlformats.org/drawingml/2006/main">
              <a:ext uri="{FF2B5EF4-FFF2-40B4-BE49-F238E27FC236}">
                <a16:creationId xmlns:a16="http://schemas.microsoft.com/office/drawing/2014/main" id="{659ACA8C-5090-4443-9196-81BAAEEBC43E}"/>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36" name="Google Shape;236;p49">
            <a:extLst xmlns:a="http://schemas.openxmlformats.org/drawingml/2006/main">
              <a:ext uri="{FF2B5EF4-FFF2-40B4-BE49-F238E27FC236}">
                <a16:creationId xmlns:a16="http://schemas.microsoft.com/office/drawing/2014/main" id="{59DA1FE0-D465-4FA8-A59C-D61201022289}"/>
              </a:ext>
            </a:extLst>
          </p:cNvPr>
          <p:cNvSpPr>
            <a:spLocks xmlns:a="http://schemas.openxmlformats.org/drawingml/2006/main" noGrp="1"/>
          </p:cNvSpPr>
          <p:nvPr>
            <p:ph type="body" idx="3"/>
          </p:nvPr>
        </p:nvSpPr>
        <p:spPr>
          <a:xfrm xmlns:a="http://schemas.openxmlformats.org/drawingml/2006/main">
            <a:off x="1714500" y="8905875"/>
            <a:ext cx="154305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37" name="Google Shape;237;p49">
            <a:extLst xmlns:a="http://schemas.openxmlformats.org/drawingml/2006/main">
              <a:ext uri="{FF2B5EF4-FFF2-40B4-BE49-F238E27FC236}">
                <a16:creationId xmlns:a16="http://schemas.microsoft.com/office/drawing/2014/main" id="{85F156C7-E59F-461C-8902-0DD90080FDB3}"/>
              </a:ext>
            </a:extLst>
          </p:cNvPr>
          <p:cNvSpPr>
            <a:spLocks xmlns:a="http://schemas.openxmlformats.org/drawingml/2006/main" noGrp="1"/>
          </p:cNvSpPr>
          <p:nvPr>
            <p:ph type="chart" idx="4"/>
          </p:nvPr>
        </p:nvSpPr>
        <p:spPr>
          <a:xfrm xmlns:a="http://schemas.openxmlformats.org/drawingml/2006/main">
            <a:off x="2095500" y="3619500"/>
            <a:ext cx="14097000" cy="5381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4000" tIns="45700" rIns="254000" bIns="45700" anchor="ctr">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18.xml><?xml version="1.0" encoding="utf-8"?>
<p:sldLayout xmlns:p="http://schemas.openxmlformats.org/presentationml/2006/main" matchingName="آلية العمل">
  <p:cSld name="آلية العمل">
    <p:bg>
      <p:bgPr>
        <a:solidFill xmlns:a="http://schemas.openxmlformats.org/drawingml/2006/main">
          <a:srgbClr val="12183F"/>
        </a:solidFill>
      </p:bgPr>
    </p:bg>
    <p:spTree>
      <p:nvGrpSpPr>
        <p:cNvPr id="1" name=""/>
        <p:cNvGrpSpPr/>
        <p:nvPr/>
      </p:nvGrpSpPr>
      <p:grpSpPr>
        <a:xfrm xmlns:a="http://schemas.openxmlformats.org/drawingml/2006/main"/>
      </p:grpSpPr>
      <p:pic>
        <p:nvPicPr>
          <p:cNvPr id="252" name="Google Shape;239;p50"/>
          <p:cNvPicPr>
            <a:picLocks xmlns:a="http://schemas.openxmlformats.org/drawingml/2006/main" noChangeAspect="1"/>
          </p:cNvPicPr>
          <p:nvPr/>
        </p:nvPicPr>
        <p:blipFill rotWithShape="1">
          <a:blip xmlns:r="http://schemas.openxmlformats.org/officeDocument/2006/relationships" xmlns:a="http://schemas.openxmlformats.org/drawingml/2006/main" r:embed="R81b0dcc262f64e65">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253" name="Google Shape;240;p50"/>
          <p:cNvPicPr>
            <a:picLocks xmlns:a="http://schemas.openxmlformats.org/drawingml/2006/main" noChangeAspect="1"/>
          </p:cNvPicPr>
          <p:nvPr/>
        </p:nvPicPr>
        <p:blipFill rotWithShape="1">
          <a:blip xmlns:r="http://schemas.openxmlformats.org/officeDocument/2006/relationships" xmlns:a="http://schemas.openxmlformats.org/drawingml/2006/main" r:embed="R6c04979f7a3744e2">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241" name="Google Shape;241;p50">
            <a:extLst xmlns:a="http://schemas.openxmlformats.org/drawingml/2006/main">
              <a:ext uri="{FF2B5EF4-FFF2-40B4-BE49-F238E27FC236}">
                <a16:creationId xmlns:a16="http://schemas.microsoft.com/office/drawing/2014/main" id="{AF0F7C1A-C449-4852-85E6-9053DA66E26D}"/>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42" name="Google Shape;242;p50">
            <a:extLst xmlns:a="http://schemas.openxmlformats.org/drawingml/2006/main">
              <a:ext uri="{FF2B5EF4-FFF2-40B4-BE49-F238E27FC236}">
                <a16:creationId xmlns:a16="http://schemas.microsoft.com/office/drawing/2014/main" id="{0C2A796C-6D88-4B9A-8001-DB8CF1E56662}"/>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43" name="Google Shape;243;p50">
            <a:extLst xmlns:a="http://schemas.openxmlformats.org/drawingml/2006/main">
              <a:ext uri="{FF2B5EF4-FFF2-40B4-BE49-F238E27FC236}">
                <a16:creationId xmlns:a16="http://schemas.microsoft.com/office/drawing/2014/main" id="{D26C0F05-7974-45AB-A020-1E158AEB8A83}"/>
              </a:ext>
            </a:extLst>
          </p:cNvPr>
          <p:cNvSpPr>
            <a:spLocks xmlns:a="http://schemas.openxmlformats.org/drawingml/2006/main" noGrp="1"/>
          </p:cNvSpPr>
          <p:nvPr>
            <p:ph type="body" idx="2"/>
          </p:nvPr>
        </p:nvSpPr>
        <p:spPr>
          <a:xfrm xmlns:a="http://schemas.openxmlformats.org/drawingml/2006/main">
            <a:off x="1714500" y="2857500"/>
            <a:ext cx="15430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44" name="Google Shape;244;p50">
            <a:extLst xmlns:a="http://schemas.openxmlformats.org/drawingml/2006/main">
              <a:ext uri="{FF2B5EF4-FFF2-40B4-BE49-F238E27FC236}">
                <a16:creationId xmlns:a16="http://schemas.microsoft.com/office/drawing/2014/main" id="{0BC5B8E6-6253-4709-AE05-C9278CBEB4C8}"/>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245" name="Google Shape;245;p50">
            <a:extLst xmlns:a="http://schemas.openxmlformats.org/drawingml/2006/main">
              <a:ext uri="{FF2B5EF4-FFF2-40B4-BE49-F238E27FC236}">
                <a16:creationId xmlns:a16="http://schemas.microsoft.com/office/drawing/2014/main" id="{F535344E-9352-4283-80F9-7D42DB6BD8A5}"/>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46" name="Google Shape;246;p50">
            <a:extLst xmlns:a="http://schemas.openxmlformats.org/drawingml/2006/main">
              <a:ext uri="{FF2B5EF4-FFF2-40B4-BE49-F238E27FC236}">
                <a16:creationId xmlns:a16="http://schemas.microsoft.com/office/drawing/2014/main" id="{644E6848-9812-48D3-8C94-7D704BE5C852}"/>
              </a:ext>
            </a:extLst>
          </p:cNvPr>
          <p:cNvSpPr>
            <a:spLocks xmlns:a="http://schemas.openxmlformats.org/drawingml/2006/main" noGrp="1"/>
          </p:cNvSpPr>
          <p:nvPr>
            <p:ph type="body" idx="3"/>
          </p:nvPr>
        </p:nvSpPr>
        <p:spPr>
          <a:xfrm xmlns:a="http://schemas.openxmlformats.org/drawingml/2006/main">
            <a:off x="13716000" y="4333875"/>
            <a:ext cx="3429000" cy="371475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323D68"/>
            </a:solidFill>
            <a:prstDash val="solid"/>
            <a:headEnd type="none" w="sm" len="sm"/>
            <a:tailEnd type="none" w="sm" len="sm"/>
          </a:ln>
        </p:spPr>
        <p:txBody>
          <a:bodyPr xmlns:a="http://schemas.openxmlformats.org/drawingml/2006/main" spcFirstLastPara="1" wrap="square" lIns="266700" tIns="238125" rIns="266700" bIns="238125"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47" name="Google Shape;247;p50">
            <a:extLst xmlns:a="http://schemas.openxmlformats.org/drawingml/2006/main">
              <a:ext uri="{FF2B5EF4-FFF2-40B4-BE49-F238E27FC236}">
                <a16:creationId xmlns:a16="http://schemas.microsoft.com/office/drawing/2014/main" id="{7ECC8629-B6E4-4268-A891-2E2F21F746CD}"/>
              </a:ext>
            </a:extLst>
          </p:cNvPr>
          <p:cNvSpPr>
            <a:spLocks xmlns:a="http://schemas.openxmlformats.org/drawingml/2006/main" noGrp="1"/>
          </p:cNvSpPr>
          <p:nvPr>
            <p:ph type="body" idx="4"/>
          </p:nvPr>
        </p:nvSpPr>
        <p:spPr>
          <a:xfrm xmlns:a="http://schemas.openxmlformats.org/drawingml/2006/main">
            <a:off x="9715500" y="4333875"/>
            <a:ext cx="3429000" cy="371475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323D68"/>
            </a:solidFill>
            <a:prstDash val="solid"/>
            <a:headEnd type="none" w="sm" len="sm"/>
            <a:tailEnd type="none" w="sm" len="sm"/>
          </a:ln>
        </p:spPr>
        <p:txBody>
          <a:bodyPr xmlns:a="http://schemas.openxmlformats.org/drawingml/2006/main" spcFirstLastPara="1" wrap="square" lIns="266700" tIns="238125" rIns="266700" bIns="238125"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48" name="Google Shape;248;p50">
            <a:extLst xmlns:a="http://schemas.openxmlformats.org/drawingml/2006/main">
              <a:ext uri="{FF2B5EF4-FFF2-40B4-BE49-F238E27FC236}">
                <a16:creationId xmlns:a16="http://schemas.microsoft.com/office/drawing/2014/main" id="{26F02B52-B5F0-41EE-8826-DA8F7BF2F813}"/>
              </a:ext>
            </a:extLst>
          </p:cNvPr>
          <p:cNvSpPr>
            <a:spLocks xmlns:a="http://schemas.openxmlformats.org/drawingml/2006/main" noGrp="1"/>
          </p:cNvSpPr>
          <p:nvPr>
            <p:ph type="body" idx="5"/>
          </p:nvPr>
        </p:nvSpPr>
        <p:spPr>
          <a:xfrm xmlns:a="http://schemas.openxmlformats.org/drawingml/2006/main">
            <a:off x="5715000" y="4333875"/>
            <a:ext cx="3429000" cy="371475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323D68"/>
            </a:solidFill>
            <a:prstDash val="solid"/>
            <a:headEnd type="none" w="sm" len="sm"/>
            <a:tailEnd type="none" w="sm" len="sm"/>
          </a:ln>
        </p:spPr>
        <p:txBody>
          <a:bodyPr xmlns:a="http://schemas.openxmlformats.org/drawingml/2006/main" spcFirstLastPara="1" wrap="square" lIns="266700" tIns="238125" rIns="266700" bIns="238125"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49" name="Google Shape;249;p50">
            <a:extLst xmlns:a="http://schemas.openxmlformats.org/drawingml/2006/main">
              <a:ext uri="{FF2B5EF4-FFF2-40B4-BE49-F238E27FC236}">
                <a16:creationId xmlns:a16="http://schemas.microsoft.com/office/drawing/2014/main" id="{1770C0B4-5EE6-4D02-9431-A0F1EB2D4E21}"/>
              </a:ext>
            </a:extLst>
          </p:cNvPr>
          <p:cNvSpPr>
            <a:spLocks xmlns:a="http://schemas.openxmlformats.org/drawingml/2006/main" noGrp="1"/>
          </p:cNvSpPr>
          <p:nvPr>
            <p:ph type="body" idx="6"/>
          </p:nvPr>
        </p:nvSpPr>
        <p:spPr>
          <a:xfrm xmlns:a="http://schemas.openxmlformats.org/drawingml/2006/main">
            <a:off x="1714500" y="4333875"/>
            <a:ext cx="3429000" cy="371475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323D68"/>
            </a:solidFill>
            <a:prstDash val="solid"/>
            <a:headEnd type="none" w="sm" len="sm"/>
            <a:tailEnd type="none" w="sm" len="sm"/>
          </a:ln>
        </p:spPr>
        <p:txBody>
          <a:bodyPr xmlns:a="http://schemas.openxmlformats.org/drawingml/2006/main" spcFirstLastPara="1" wrap="square" lIns="266700" tIns="238125" rIns="266700" bIns="238125"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19.xml><?xml version="1.0" encoding="utf-8"?>
<p:sldLayout xmlns:p="http://schemas.openxmlformats.org/presentationml/2006/main" matchingName="صورة كبيرة">
  <p:cSld name="صورة كبيرة">
    <p:bg>
      <p:bgPr>
        <a:solidFill xmlns:a="http://schemas.openxmlformats.org/drawingml/2006/main">
          <a:srgbClr val="12183F"/>
        </a:solidFill>
      </p:bgPr>
    </p:bg>
    <p:spTree>
      <p:nvGrpSpPr>
        <p:cNvPr id="1" name=""/>
        <p:cNvGrpSpPr/>
        <p:nvPr/>
      </p:nvGrpSpPr>
      <p:grpSpPr>
        <a:xfrm xmlns:a="http://schemas.openxmlformats.org/drawingml/2006/main"/>
      </p:grpSpPr>
      <p:pic>
        <p:nvPicPr>
          <p:cNvPr id="258" name="Google Shape;251;p51"/>
          <p:cNvPicPr>
            <a:picLocks xmlns:a="http://schemas.openxmlformats.org/drawingml/2006/main" noChangeAspect="1"/>
          </p:cNvPicPr>
          <p:nvPr/>
        </p:nvPicPr>
        <p:blipFill rotWithShape="1">
          <a:blip xmlns:r="http://schemas.openxmlformats.org/officeDocument/2006/relationships" xmlns:a="http://schemas.openxmlformats.org/drawingml/2006/main" r:embed="Rcb607fec329a4cc8">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sp>
        <p:nvSpPr>
          <p:cNvPr id="252" name="Google Shape;252;p51">
            <a:extLst xmlns:a="http://schemas.openxmlformats.org/drawingml/2006/main">
              <a:ext uri="{FF2B5EF4-FFF2-40B4-BE49-F238E27FC236}">
                <a16:creationId xmlns:a16="http://schemas.microsoft.com/office/drawing/2014/main" id="{1DD095A1-7A2B-4854-BF7C-CAAE86155858}"/>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253" name="Google Shape;253;p51">
            <a:extLst xmlns:a="http://schemas.openxmlformats.org/drawingml/2006/main">
              <a:ext uri="{FF2B5EF4-FFF2-40B4-BE49-F238E27FC236}">
                <a16:creationId xmlns:a16="http://schemas.microsoft.com/office/drawing/2014/main" id="{C5F301CD-6A8C-48FA-939E-606047F63BDB}"/>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54" name="Google Shape;254;p51">
            <a:extLst xmlns:a="http://schemas.openxmlformats.org/drawingml/2006/main">
              <a:ext uri="{FF2B5EF4-FFF2-40B4-BE49-F238E27FC236}">
                <a16:creationId xmlns:a16="http://schemas.microsoft.com/office/drawing/2014/main" id="{E5F526DD-99F4-45A0-B8A0-0FF3DCDE7954}"/>
              </a:ext>
            </a:extLst>
          </p:cNvPr>
          <p:cNvSpPr>
            <a:spLocks xmlns:a="http://schemas.openxmlformats.org/drawingml/2006/main" noGrp="1"/>
          </p:cNvSpPr>
          <p:nvPr>
            <p:ph type="pic" idx="2"/>
          </p:nvPr>
        </p:nvSpPr>
        <p:spPr>
          <a:xfrm xmlns:a="http://schemas.openxmlformats.org/drawingml/2006/main">
            <a:off x="1047750" y="666750"/>
            <a:ext cx="16192500" cy="695325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4A5590"/>
            </a:solidFill>
            <a:prstDash val="solid"/>
            <a:headEnd type="none" w="sm" len="sm"/>
            <a:tailEnd type="none" w="sm" len="sm"/>
          </a:ln>
        </p:spPr>
      </p:sp>
      <p:sp>
        <p:nvSpPr>
          <p:cNvPr id="255" name="Google Shape;255;p51">
            <a:extLst xmlns:a="http://schemas.openxmlformats.org/drawingml/2006/main">
              <a:ext uri="{FF2B5EF4-FFF2-40B4-BE49-F238E27FC236}">
                <a16:creationId xmlns:a16="http://schemas.microsoft.com/office/drawing/2014/main" id="{46587746-80AF-4769-B92C-735EBB184716}"/>
              </a:ext>
            </a:extLst>
          </p:cNvPr>
          <p:cNvSpPr>
            <a:spLocks xmlns:a="http://schemas.openxmlformats.org/drawingml/2006/main" noGrp="1"/>
          </p:cNvSpPr>
          <p:nvPr>
            <p:ph type="title" idx="0"/>
          </p:nvPr>
        </p:nvSpPr>
        <p:spPr>
          <a:xfrm xmlns:a="http://schemas.openxmlformats.org/drawingml/2006/main">
            <a:off x="2190750" y="7962900"/>
            <a:ext cx="1476375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56" name="Google Shape;256;p51">
            <a:extLst xmlns:a="http://schemas.openxmlformats.org/drawingml/2006/main">
              <a:ext uri="{FF2B5EF4-FFF2-40B4-BE49-F238E27FC236}">
                <a16:creationId xmlns:a16="http://schemas.microsoft.com/office/drawing/2014/main" id="{82A3CE72-0DB3-4209-94E8-20DF51408BA7}"/>
              </a:ext>
            </a:extLst>
          </p:cNvPr>
          <p:cNvSpPr>
            <a:spLocks xmlns:a="http://schemas.openxmlformats.org/drawingml/2006/main" noGrp="1"/>
          </p:cNvSpPr>
          <p:nvPr>
            <p:ph type="body" idx="1"/>
          </p:nvPr>
        </p:nvSpPr>
        <p:spPr>
          <a:xfrm xmlns:a="http://schemas.openxmlformats.org/drawingml/2006/main">
            <a:off x="2190750" y="8896350"/>
            <a:ext cx="1476375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20.xml><?xml version="1.0" encoding="utf-8"?>
<p:sldLayout xmlns:p="http://schemas.openxmlformats.org/presentationml/2006/main" matchingName="معرض الصور">
  <p:cSld name="معرض الصور">
    <p:bg>
      <p:bgPr>
        <a:solidFill xmlns:a="http://schemas.openxmlformats.org/drawingml/2006/main">
          <a:srgbClr val="12183F"/>
        </a:solidFill>
      </p:bgPr>
    </p:bg>
    <p:spTree>
      <p:nvGrpSpPr>
        <p:cNvPr id="1" name=""/>
        <p:cNvGrpSpPr/>
        <p:nvPr/>
      </p:nvGrpSpPr>
      <p:grpSpPr>
        <a:xfrm xmlns:a="http://schemas.openxmlformats.org/drawingml/2006/main"/>
      </p:grpSpPr>
      <p:pic>
        <p:nvPicPr>
          <p:cNvPr id="272" name="Google Shape;258;p52"/>
          <p:cNvPicPr>
            <a:picLocks xmlns:a="http://schemas.openxmlformats.org/drawingml/2006/main" noChangeAspect="1"/>
          </p:cNvPicPr>
          <p:nvPr/>
        </p:nvPicPr>
        <p:blipFill rotWithShape="1">
          <a:blip xmlns:r="http://schemas.openxmlformats.org/officeDocument/2006/relationships" xmlns:a="http://schemas.openxmlformats.org/drawingml/2006/main" r:embed="R48cc15da08924936">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273" name="Google Shape;259;p52"/>
          <p:cNvPicPr>
            <a:picLocks xmlns:a="http://schemas.openxmlformats.org/drawingml/2006/main" noChangeAspect="1"/>
          </p:cNvPicPr>
          <p:nvPr/>
        </p:nvPicPr>
        <p:blipFill rotWithShape="1">
          <a:blip xmlns:r="http://schemas.openxmlformats.org/officeDocument/2006/relationships" xmlns:a="http://schemas.openxmlformats.org/drawingml/2006/main" r:embed="Rd4f8a975d84d4b0a">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260" name="Google Shape;260;p52">
            <a:extLst xmlns:a="http://schemas.openxmlformats.org/drawingml/2006/main">
              <a:ext uri="{FF2B5EF4-FFF2-40B4-BE49-F238E27FC236}">
                <a16:creationId xmlns:a16="http://schemas.microsoft.com/office/drawing/2014/main" id="{4266244D-C5CE-4AE3-9980-AEC9ADC1E06B}"/>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61" name="Google Shape;261;p52">
            <a:extLst xmlns:a="http://schemas.openxmlformats.org/drawingml/2006/main">
              <a:ext uri="{FF2B5EF4-FFF2-40B4-BE49-F238E27FC236}">
                <a16:creationId xmlns:a16="http://schemas.microsoft.com/office/drawing/2014/main" id="{B8C9B6C3-E345-437A-8922-DB812350EDCE}"/>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62" name="Google Shape;262;p52">
            <a:extLst xmlns:a="http://schemas.openxmlformats.org/drawingml/2006/main">
              <a:ext uri="{FF2B5EF4-FFF2-40B4-BE49-F238E27FC236}">
                <a16:creationId xmlns:a16="http://schemas.microsoft.com/office/drawing/2014/main" id="{B083D5F7-EB5E-4708-9B95-61D2E3E4DB95}"/>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263" name="Google Shape;263;p52">
            <a:extLst xmlns:a="http://schemas.openxmlformats.org/drawingml/2006/main">
              <a:ext uri="{FF2B5EF4-FFF2-40B4-BE49-F238E27FC236}">
                <a16:creationId xmlns:a16="http://schemas.microsoft.com/office/drawing/2014/main" id="{B81E3FFC-58DC-4C9D-9FA8-7E30B0735B9A}"/>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64" name="Google Shape;264;p52">
            <a:extLst xmlns:a="http://schemas.openxmlformats.org/drawingml/2006/main">
              <a:ext uri="{FF2B5EF4-FFF2-40B4-BE49-F238E27FC236}">
                <a16:creationId xmlns:a16="http://schemas.microsoft.com/office/drawing/2014/main" id="{2E432902-F9F9-4858-B60E-3D2A7A3E1C1C}"/>
              </a:ext>
            </a:extLst>
          </p:cNvPr>
          <p:cNvSpPr>
            <a:spLocks xmlns:a="http://schemas.openxmlformats.org/drawingml/2006/main" noGrp="1"/>
          </p:cNvSpPr>
          <p:nvPr>
            <p:ph type="pic" idx="2"/>
          </p:nvPr>
        </p:nvSpPr>
        <p:spPr>
          <a:xfrm xmlns:a="http://schemas.openxmlformats.org/drawingml/2006/main">
            <a:off x="12382500" y="3714750"/>
            <a:ext cx="4762500" cy="428625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4A5590"/>
            </a:solidFill>
            <a:prstDash val="solid"/>
            <a:headEnd type="none" w="sm" len="sm"/>
            <a:tailEnd type="none" w="sm" len="sm"/>
          </a:ln>
        </p:spPr>
      </p:sp>
      <p:sp>
        <p:nvSpPr>
          <p:cNvPr id="265" name="Google Shape;265;p52">
            <a:extLst xmlns:a="http://schemas.openxmlformats.org/drawingml/2006/main">
              <a:ext uri="{FF2B5EF4-FFF2-40B4-BE49-F238E27FC236}">
                <a16:creationId xmlns:a16="http://schemas.microsoft.com/office/drawing/2014/main" id="{6B49A4E0-A11B-40B1-A787-09F353BF5E77}"/>
              </a:ext>
            </a:extLst>
          </p:cNvPr>
          <p:cNvSpPr>
            <a:spLocks xmlns:a="http://schemas.openxmlformats.org/drawingml/2006/main" noGrp="1"/>
          </p:cNvSpPr>
          <p:nvPr>
            <p:ph type="body" idx="3"/>
          </p:nvPr>
        </p:nvSpPr>
        <p:spPr>
          <a:xfrm xmlns:a="http://schemas.openxmlformats.org/drawingml/2006/main">
            <a:off x="12382500" y="8334375"/>
            <a:ext cx="47625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66" name="Google Shape;266;p52">
            <a:extLst xmlns:a="http://schemas.openxmlformats.org/drawingml/2006/main">
              <a:ext uri="{FF2B5EF4-FFF2-40B4-BE49-F238E27FC236}">
                <a16:creationId xmlns:a16="http://schemas.microsoft.com/office/drawing/2014/main" id="{DA56A84E-9E69-4507-A25C-C348B284D3AA}"/>
              </a:ext>
            </a:extLst>
          </p:cNvPr>
          <p:cNvSpPr>
            <a:spLocks xmlns:a="http://schemas.openxmlformats.org/drawingml/2006/main" noGrp="1"/>
          </p:cNvSpPr>
          <p:nvPr>
            <p:ph type="pic" idx="4"/>
          </p:nvPr>
        </p:nvSpPr>
        <p:spPr>
          <a:xfrm xmlns:a="http://schemas.openxmlformats.org/drawingml/2006/main">
            <a:off x="7048500" y="3714750"/>
            <a:ext cx="4762500" cy="428625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4A5590"/>
            </a:solidFill>
            <a:prstDash val="solid"/>
            <a:headEnd type="none" w="sm" len="sm"/>
            <a:tailEnd type="none" w="sm" len="sm"/>
          </a:ln>
        </p:spPr>
      </p:sp>
      <p:sp>
        <p:nvSpPr>
          <p:cNvPr id="267" name="Google Shape;267;p52">
            <a:extLst xmlns:a="http://schemas.openxmlformats.org/drawingml/2006/main">
              <a:ext uri="{FF2B5EF4-FFF2-40B4-BE49-F238E27FC236}">
                <a16:creationId xmlns:a16="http://schemas.microsoft.com/office/drawing/2014/main" id="{0CCC69E4-5CC1-4F21-9DEA-598DA5A1921B}"/>
              </a:ext>
            </a:extLst>
          </p:cNvPr>
          <p:cNvSpPr>
            <a:spLocks xmlns:a="http://schemas.openxmlformats.org/drawingml/2006/main" noGrp="1"/>
          </p:cNvSpPr>
          <p:nvPr>
            <p:ph type="body" idx="5"/>
          </p:nvPr>
        </p:nvSpPr>
        <p:spPr>
          <a:xfrm xmlns:a="http://schemas.openxmlformats.org/drawingml/2006/main">
            <a:off x="7048500" y="8334375"/>
            <a:ext cx="47625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68" name="Google Shape;268;p52">
            <a:extLst xmlns:a="http://schemas.openxmlformats.org/drawingml/2006/main">
              <a:ext uri="{FF2B5EF4-FFF2-40B4-BE49-F238E27FC236}">
                <a16:creationId xmlns:a16="http://schemas.microsoft.com/office/drawing/2014/main" id="{4E12CE24-7425-4221-AE84-5984CE81FA34}"/>
              </a:ext>
            </a:extLst>
          </p:cNvPr>
          <p:cNvSpPr>
            <a:spLocks xmlns:a="http://schemas.openxmlformats.org/drawingml/2006/main" noGrp="1"/>
          </p:cNvSpPr>
          <p:nvPr>
            <p:ph type="pic" idx="6"/>
          </p:nvPr>
        </p:nvSpPr>
        <p:spPr>
          <a:xfrm xmlns:a="http://schemas.openxmlformats.org/drawingml/2006/main">
            <a:off x="1714500" y="3714750"/>
            <a:ext cx="4762500" cy="4286250"/>
          </a:xfrm>
          <a:prstGeom xmlns:a="http://schemas.openxmlformats.org/drawingml/2006/main" prst="rect">
            <a:avLst/>
          </a:prstGeom>
          <a:solidFill xmlns:a="http://schemas.openxmlformats.org/drawingml/2006/main">
            <a:srgbClr val="161D48"/>
          </a:solidFill>
          <a:ln xmlns:a="http://schemas.openxmlformats.org/drawingml/2006/main" w="11425" cmpd="sng">
            <a:solidFill>
              <a:srgbClr val="4A5590"/>
            </a:solidFill>
            <a:prstDash val="solid"/>
            <a:headEnd type="none" w="sm" len="sm"/>
            <a:tailEnd type="none" w="sm" len="sm"/>
          </a:ln>
        </p:spPr>
      </p:sp>
      <p:sp>
        <p:nvSpPr>
          <p:cNvPr id="269" name="Google Shape;269;p52">
            <a:extLst xmlns:a="http://schemas.openxmlformats.org/drawingml/2006/main">
              <a:ext uri="{FF2B5EF4-FFF2-40B4-BE49-F238E27FC236}">
                <a16:creationId xmlns:a16="http://schemas.microsoft.com/office/drawing/2014/main" id="{67F5DCB0-55B4-4D30-976D-B072AB0ECABC}"/>
              </a:ext>
            </a:extLst>
          </p:cNvPr>
          <p:cNvSpPr>
            <a:spLocks xmlns:a="http://schemas.openxmlformats.org/drawingml/2006/main" noGrp="1"/>
          </p:cNvSpPr>
          <p:nvPr>
            <p:ph type="body" idx="7"/>
          </p:nvPr>
        </p:nvSpPr>
        <p:spPr>
          <a:xfrm xmlns:a="http://schemas.openxmlformats.org/drawingml/2006/main">
            <a:off x="1714500" y="8334375"/>
            <a:ext cx="47625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21.xml><?xml version="1.0" encoding="utf-8"?>
<p:sldLayout xmlns:p="http://schemas.openxmlformats.org/presentationml/2006/main" matchingName="أيقونات الهوية">
  <p:cSld name="أيقونات الهوية">
    <p:bg>
      <p:bgPr>
        <a:solidFill xmlns:a="http://schemas.openxmlformats.org/drawingml/2006/main">
          <a:srgbClr val="12183F"/>
        </a:solidFill>
      </p:bgPr>
    </p:bg>
    <p:spTree>
      <p:nvGrpSpPr>
        <p:cNvPr id="1" name=""/>
        <p:cNvGrpSpPr/>
        <p:nvPr/>
      </p:nvGrpSpPr>
      <p:grpSpPr>
        <a:xfrm xmlns:a="http://schemas.openxmlformats.org/drawingml/2006/main"/>
      </p:grpSpPr>
      <p:pic>
        <p:nvPicPr>
          <p:cNvPr id="288" name="Google Shape;271;p53"/>
          <p:cNvPicPr>
            <a:picLocks xmlns:a="http://schemas.openxmlformats.org/drawingml/2006/main" noChangeAspect="1"/>
          </p:cNvPicPr>
          <p:nvPr/>
        </p:nvPicPr>
        <p:blipFill rotWithShape="1">
          <a:blip xmlns:r="http://schemas.openxmlformats.org/officeDocument/2006/relationships" xmlns:a="http://schemas.openxmlformats.org/drawingml/2006/main" r:embed="R782ed16993e24b88">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289" name="Google Shape;272;p53"/>
          <p:cNvPicPr>
            <a:picLocks xmlns:a="http://schemas.openxmlformats.org/drawingml/2006/main" noChangeAspect="1"/>
          </p:cNvPicPr>
          <p:nvPr/>
        </p:nvPicPr>
        <p:blipFill rotWithShape="1">
          <a:blip xmlns:r="http://schemas.openxmlformats.org/officeDocument/2006/relationships" xmlns:a="http://schemas.openxmlformats.org/drawingml/2006/main" r:embed="Rec1795149b13451e">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273" name="Google Shape;273;p53">
            <a:extLst xmlns:a="http://schemas.openxmlformats.org/drawingml/2006/main">
              <a:ext uri="{FF2B5EF4-FFF2-40B4-BE49-F238E27FC236}">
                <a16:creationId xmlns:a16="http://schemas.microsoft.com/office/drawing/2014/main" id="{1203D946-A595-4F9D-88F3-5C67B73B0EE9}"/>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74" name="Google Shape;274;p53">
            <a:extLst xmlns:a="http://schemas.openxmlformats.org/drawingml/2006/main">
              <a:ext uri="{FF2B5EF4-FFF2-40B4-BE49-F238E27FC236}">
                <a16:creationId xmlns:a16="http://schemas.microsoft.com/office/drawing/2014/main" id="{B42863B6-42C5-4A73-A275-243D8B94DFAD}"/>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75" name="Google Shape;275;p53">
            <a:extLst xmlns:a="http://schemas.openxmlformats.org/drawingml/2006/main">
              <a:ext uri="{FF2B5EF4-FFF2-40B4-BE49-F238E27FC236}">
                <a16:creationId xmlns:a16="http://schemas.microsoft.com/office/drawing/2014/main" id="{2152A820-86A6-4341-91CA-B7A7E62B5D15}"/>
              </a:ext>
            </a:extLst>
          </p:cNvPr>
          <p:cNvSpPr>
            <a:spLocks xmlns:a="http://schemas.openxmlformats.org/drawingml/2006/main" noGrp="1"/>
          </p:cNvSpPr>
          <p:nvPr>
            <p:ph type="body" idx="2"/>
          </p:nvPr>
        </p:nvSpPr>
        <p:spPr>
          <a:xfrm xmlns:a="http://schemas.openxmlformats.org/drawingml/2006/main">
            <a:off x="1714500" y="2857500"/>
            <a:ext cx="15430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76" name="Google Shape;276;p53">
            <a:extLst xmlns:a="http://schemas.openxmlformats.org/drawingml/2006/main">
              <a:ext uri="{FF2B5EF4-FFF2-40B4-BE49-F238E27FC236}">
                <a16:creationId xmlns:a16="http://schemas.microsoft.com/office/drawing/2014/main" id="{2A561258-D2E1-44B6-9B55-BACBA75F599E}"/>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277" name="Google Shape;277;p53">
            <a:extLst xmlns:a="http://schemas.openxmlformats.org/drawingml/2006/main">
              <a:ext uri="{FF2B5EF4-FFF2-40B4-BE49-F238E27FC236}">
                <a16:creationId xmlns:a16="http://schemas.microsoft.com/office/drawing/2014/main" id="{2770C0AE-D916-4764-9AFC-A4E358E8D9F8}"/>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78" name="Google Shape;278;p53">
            <a:extLst xmlns:a="http://schemas.openxmlformats.org/drawingml/2006/main">
              <a:ext uri="{FF2B5EF4-FFF2-40B4-BE49-F238E27FC236}">
                <a16:creationId xmlns:a16="http://schemas.microsoft.com/office/drawing/2014/main" id="{84498091-69FF-4EF1-932D-9A8AD91407C0}"/>
              </a:ext>
            </a:extLst>
          </p:cNvPr>
          <p:cNvSpPr>
            <a:spLocks xmlns:a="http://schemas.openxmlformats.org/drawingml/2006/main" noGrp="1"/>
          </p:cNvSpPr>
          <p:nvPr>
            <p:ph type="body" idx="3"/>
          </p:nvPr>
        </p:nvSpPr>
        <p:spPr>
          <a:xfrm xmlns:a="http://schemas.openxmlformats.org/drawingml/2006/main">
            <a:off x="13716000" y="6048375"/>
            <a:ext cx="352425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79" name="Google Shape;279;p53">
            <a:extLst xmlns:a="http://schemas.openxmlformats.org/drawingml/2006/main">
              <a:ext uri="{FF2B5EF4-FFF2-40B4-BE49-F238E27FC236}">
                <a16:creationId xmlns:a16="http://schemas.microsoft.com/office/drawing/2014/main" id="{3BCBC278-E616-4911-9C49-37B5C31A4CAA}"/>
              </a:ext>
            </a:extLst>
          </p:cNvPr>
          <p:cNvSpPr>
            <a:spLocks xmlns:a="http://schemas.openxmlformats.org/drawingml/2006/main" noGrp="1"/>
          </p:cNvSpPr>
          <p:nvPr>
            <p:ph type="body" idx="4"/>
          </p:nvPr>
        </p:nvSpPr>
        <p:spPr>
          <a:xfrm xmlns:a="http://schemas.openxmlformats.org/drawingml/2006/main">
            <a:off x="13716000" y="7162800"/>
            <a:ext cx="3524250" cy="1171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80" name="Google Shape;280;p53">
            <a:extLst xmlns:a="http://schemas.openxmlformats.org/drawingml/2006/main">
              <a:ext uri="{FF2B5EF4-FFF2-40B4-BE49-F238E27FC236}">
                <a16:creationId xmlns:a16="http://schemas.microsoft.com/office/drawing/2014/main" id="{3D505C44-3054-4A5B-B4B0-21E3361464F5}"/>
              </a:ext>
            </a:extLst>
          </p:cNvPr>
          <p:cNvSpPr>
            <a:spLocks xmlns:a="http://schemas.openxmlformats.org/drawingml/2006/main" noGrp="1"/>
          </p:cNvSpPr>
          <p:nvPr>
            <p:ph type="body" idx="5"/>
          </p:nvPr>
        </p:nvSpPr>
        <p:spPr>
          <a:xfrm xmlns:a="http://schemas.openxmlformats.org/drawingml/2006/main">
            <a:off x="9715500" y="6048375"/>
            <a:ext cx="352425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81" name="Google Shape;281;p53">
            <a:extLst xmlns:a="http://schemas.openxmlformats.org/drawingml/2006/main">
              <a:ext uri="{FF2B5EF4-FFF2-40B4-BE49-F238E27FC236}">
                <a16:creationId xmlns:a16="http://schemas.microsoft.com/office/drawing/2014/main" id="{B4167E55-4CBA-44F4-A1D5-765746E313AE}"/>
              </a:ext>
            </a:extLst>
          </p:cNvPr>
          <p:cNvSpPr>
            <a:spLocks xmlns:a="http://schemas.openxmlformats.org/drawingml/2006/main" noGrp="1"/>
          </p:cNvSpPr>
          <p:nvPr>
            <p:ph type="body" idx="6"/>
          </p:nvPr>
        </p:nvSpPr>
        <p:spPr>
          <a:xfrm xmlns:a="http://schemas.openxmlformats.org/drawingml/2006/main">
            <a:off x="9715500" y="7162800"/>
            <a:ext cx="3524250" cy="1171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82" name="Google Shape;282;p53">
            <a:extLst xmlns:a="http://schemas.openxmlformats.org/drawingml/2006/main">
              <a:ext uri="{FF2B5EF4-FFF2-40B4-BE49-F238E27FC236}">
                <a16:creationId xmlns:a16="http://schemas.microsoft.com/office/drawing/2014/main" id="{156A7574-FF8E-434C-844A-D29F0D3DB3BC}"/>
              </a:ext>
            </a:extLst>
          </p:cNvPr>
          <p:cNvSpPr>
            <a:spLocks xmlns:a="http://schemas.openxmlformats.org/drawingml/2006/main" noGrp="1"/>
          </p:cNvSpPr>
          <p:nvPr>
            <p:ph type="body" idx="7"/>
          </p:nvPr>
        </p:nvSpPr>
        <p:spPr>
          <a:xfrm xmlns:a="http://schemas.openxmlformats.org/drawingml/2006/main">
            <a:off x="5715000" y="6048375"/>
            <a:ext cx="352425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83" name="Google Shape;283;p53">
            <a:extLst xmlns:a="http://schemas.openxmlformats.org/drawingml/2006/main">
              <a:ext uri="{FF2B5EF4-FFF2-40B4-BE49-F238E27FC236}">
                <a16:creationId xmlns:a16="http://schemas.microsoft.com/office/drawing/2014/main" id="{52585C41-6A69-46B8-9D89-3131EEB1F018}"/>
              </a:ext>
            </a:extLst>
          </p:cNvPr>
          <p:cNvSpPr>
            <a:spLocks xmlns:a="http://schemas.openxmlformats.org/drawingml/2006/main" noGrp="1"/>
          </p:cNvSpPr>
          <p:nvPr>
            <p:ph type="body" idx="8"/>
          </p:nvPr>
        </p:nvSpPr>
        <p:spPr>
          <a:xfrm xmlns:a="http://schemas.openxmlformats.org/drawingml/2006/main">
            <a:off x="5715000" y="7162800"/>
            <a:ext cx="3524250" cy="1171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84" name="Google Shape;284;p53">
            <a:extLst xmlns:a="http://schemas.openxmlformats.org/drawingml/2006/main">
              <a:ext uri="{FF2B5EF4-FFF2-40B4-BE49-F238E27FC236}">
                <a16:creationId xmlns:a16="http://schemas.microsoft.com/office/drawing/2014/main" id="{88EB0AA4-9804-4EDE-B2F6-DE1E090DBE78}"/>
              </a:ext>
            </a:extLst>
          </p:cNvPr>
          <p:cNvSpPr>
            <a:spLocks xmlns:a="http://schemas.openxmlformats.org/drawingml/2006/main" noGrp="1"/>
          </p:cNvSpPr>
          <p:nvPr>
            <p:ph type="body" idx="9"/>
          </p:nvPr>
        </p:nvSpPr>
        <p:spPr>
          <a:xfrm xmlns:a="http://schemas.openxmlformats.org/drawingml/2006/main">
            <a:off x="1714500" y="6048375"/>
            <a:ext cx="352425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85" name="Google Shape;285;p53">
            <a:extLst xmlns:a="http://schemas.openxmlformats.org/drawingml/2006/main">
              <a:ext uri="{FF2B5EF4-FFF2-40B4-BE49-F238E27FC236}">
                <a16:creationId xmlns:a16="http://schemas.microsoft.com/office/drawing/2014/main" id="{00456925-4193-4DD4-AA0C-EDF4BAA0D102}"/>
              </a:ext>
            </a:extLst>
          </p:cNvPr>
          <p:cNvSpPr>
            <a:spLocks xmlns:a="http://schemas.openxmlformats.org/drawingml/2006/main" noGrp="1"/>
          </p:cNvSpPr>
          <p:nvPr>
            <p:ph type="body" idx="13"/>
          </p:nvPr>
        </p:nvSpPr>
        <p:spPr>
          <a:xfrm xmlns:a="http://schemas.openxmlformats.org/drawingml/2006/main">
            <a:off x="1714500" y="7162800"/>
            <a:ext cx="3524250" cy="1171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22.xml><?xml version="1.0" encoding="utf-8"?>
<p:sldLayout xmlns:p="http://schemas.openxmlformats.org/presentationml/2006/main" matchingName="مقارنة خيارين">
  <p:cSld name="مقارنة خيارين">
    <p:bg>
      <p:bgPr>
        <a:solidFill xmlns:a="http://schemas.openxmlformats.org/drawingml/2006/main">
          <a:srgbClr val="12183F"/>
        </a:solidFill>
      </p:bgPr>
    </p:bg>
    <p:spTree>
      <p:nvGrpSpPr>
        <p:cNvPr id="1" name=""/>
        <p:cNvGrpSpPr/>
        <p:nvPr/>
      </p:nvGrpSpPr>
      <p:grpSpPr>
        <a:xfrm xmlns:a="http://schemas.openxmlformats.org/drawingml/2006/main"/>
      </p:grpSpPr>
      <p:pic>
        <p:nvPicPr>
          <p:cNvPr id="302" name="Google Shape;287;p54"/>
          <p:cNvPicPr>
            <a:picLocks xmlns:a="http://schemas.openxmlformats.org/drawingml/2006/main" noChangeAspect="1"/>
          </p:cNvPicPr>
          <p:nvPr/>
        </p:nvPicPr>
        <p:blipFill rotWithShape="1">
          <a:blip xmlns:r="http://schemas.openxmlformats.org/officeDocument/2006/relationships" xmlns:a="http://schemas.openxmlformats.org/drawingml/2006/main" r:embed="Re419e4844f3b4d89">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303" name="Google Shape;288;p54"/>
          <p:cNvPicPr>
            <a:picLocks xmlns:a="http://schemas.openxmlformats.org/drawingml/2006/main" noChangeAspect="1"/>
          </p:cNvPicPr>
          <p:nvPr/>
        </p:nvPicPr>
        <p:blipFill rotWithShape="1">
          <a:blip xmlns:r="http://schemas.openxmlformats.org/officeDocument/2006/relationships" xmlns:a="http://schemas.openxmlformats.org/drawingml/2006/main" r:embed="R40b9e4be9a924cfe">
            <a:alphaModFix/>
          </a:blip>
          <a:srcRect xmlns:a="http://schemas.openxmlformats.org/drawingml/2006/main" l="0" t="0" r="0" b="0"/>
          <a:stretch xmlns:a="http://schemas.openxmlformats.org/drawingml/2006/main"/>
        </p:blipFill>
        <p:spPr>
          <a:xfrm xmlns:a="http://schemas.openxmlformats.org/drawingml/2006/main">
            <a:off x="1066800" y="693967"/>
            <a:ext cx="3429000" cy="879016"/>
          </a:xfrm>
          <a:prstGeom xmlns:a="http://schemas.openxmlformats.org/drawingml/2006/main" prst="rect">
            <a:avLst/>
          </a:prstGeom>
          <a:ln xmlns:a="http://schemas.openxmlformats.org/drawingml/2006/main">
            <a:noFill/>
          </a:ln>
        </p:spPr>
      </p:pic>
      <p:sp>
        <p:nvSpPr>
          <p:cNvPr id="289" name="Google Shape;289;p54">
            <a:extLst xmlns:a="http://schemas.openxmlformats.org/drawingml/2006/main">
              <a:ext uri="{FF2B5EF4-FFF2-40B4-BE49-F238E27FC236}">
                <a16:creationId xmlns:a16="http://schemas.microsoft.com/office/drawing/2014/main" id="{7E205275-2342-4DAE-AE9A-FDF7A9F7B241}"/>
              </a:ext>
            </a:extLst>
          </p:cNvPr>
          <p:cNvSpPr>
            <a:spLocks xmlns:a="http://schemas.openxmlformats.org/drawingml/2006/main" noGrp="1"/>
          </p:cNvSpPr>
          <p:nvPr>
            <p:ph type="body" idx="1"/>
          </p:nvPr>
        </p:nvSpPr>
        <p:spPr>
          <a:xfrm xmlns:a="http://schemas.openxmlformats.org/drawingml/2006/main">
            <a:off x="10668000" y="1028700"/>
            <a:ext cx="647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90" name="Google Shape;290;p54">
            <a:extLst xmlns:a="http://schemas.openxmlformats.org/drawingml/2006/main">
              <a:ext uri="{FF2B5EF4-FFF2-40B4-BE49-F238E27FC236}">
                <a16:creationId xmlns:a16="http://schemas.microsoft.com/office/drawing/2014/main" id="{7D001CC5-F5CF-49B7-A116-906072311079}"/>
              </a:ext>
            </a:extLst>
          </p:cNvPr>
          <p:cNvSpPr>
            <a:spLocks xmlns:a="http://schemas.openxmlformats.org/drawingml/2006/main" noGrp="1"/>
          </p:cNvSpPr>
          <p:nvPr>
            <p:ph type="title" idx="0"/>
          </p:nvPr>
        </p:nvSpPr>
        <p:spPr>
          <a:xfrm xmlns:a="http://schemas.openxmlformats.org/drawingml/2006/main">
            <a:off x="1714500" y="1809750"/>
            <a:ext cx="15430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91" name="Google Shape;291;p54">
            <a:extLst xmlns:a="http://schemas.openxmlformats.org/drawingml/2006/main">
              <a:ext uri="{FF2B5EF4-FFF2-40B4-BE49-F238E27FC236}">
                <a16:creationId xmlns:a16="http://schemas.microsoft.com/office/drawing/2014/main" id="{335ED6E8-0BE2-4600-A715-8F3A2707E855}"/>
              </a:ext>
            </a:extLst>
          </p:cNvPr>
          <p:cNvSpPr>
            <a:spLocks xmlns:a="http://schemas.openxmlformats.org/drawingml/2006/main" noGrp="1"/>
          </p:cNvSpPr>
          <p:nvPr>
            <p:ph type="body" idx="2"/>
          </p:nvPr>
        </p:nvSpPr>
        <p:spPr>
          <a:xfrm xmlns:a="http://schemas.openxmlformats.org/drawingml/2006/main">
            <a:off x="1714500" y="2857500"/>
            <a:ext cx="154305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92" name="Google Shape;292;p54">
            <a:extLst xmlns:a="http://schemas.openxmlformats.org/drawingml/2006/main">
              <a:ext uri="{FF2B5EF4-FFF2-40B4-BE49-F238E27FC236}">
                <a16:creationId xmlns:a16="http://schemas.microsoft.com/office/drawing/2014/main" id="{6A198EA7-464D-4CFF-8027-55EC0A37A754}"/>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293" name="Google Shape;293;p54">
            <a:extLst xmlns:a="http://schemas.openxmlformats.org/drawingml/2006/main">
              <a:ext uri="{FF2B5EF4-FFF2-40B4-BE49-F238E27FC236}">
                <a16:creationId xmlns:a16="http://schemas.microsoft.com/office/drawing/2014/main" id="{6BF8B21E-7635-4681-AAC8-BFD6CA2854E7}"/>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
        <p:nvSpPr>
          <p:cNvPr id="294" name="Google Shape;294;p54">
            <a:extLst xmlns:a="http://schemas.openxmlformats.org/drawingml/2006/main">
              <a:ext uri="{FF2B5EF4-FFF2-40B4-BE49-F238E27FC236}">
                <a16:creationId xmlns:a16="http://schemas.microsoft.com/office/drawing/2014/main" id="{E573412F-E780-447B-A1E5-7F7ED5391DCB}"/>
              </a:ext>
            </a:extLst>
          </p:cNvPr>
          <p:cNvSpPr>
            <a:spLocks xmlns:a="http://schemas.openxmlformats.org/drawingml/2006/main" noGrp="1"/>
          </p:cNvSpPr>
          <p:nvPr>
            <p:ph type="body" idx="3"/>
          </p:nvPr>
        </p:nvSpPr>
        <p:spPr>
          <a:xfrm xmlns:a="http://schemas.openxmlformats.org/drawingml/2006/main">
            <a:off x="10001250" y="3857625"/>
            <a:ext cx="71437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95" name="Google Shape;295;p54">
            <a:extLst xmlns:a="http://schemas.openxmlformats.org/drawingml/2006/main">
              <a:ext uri="{FF2B5EF4-FFF2-40B4-BE49-F238E27FC236}">
                <a16:creationId xmlns:a16="http://schemas.microsoft.com/office/drawing/2014/main" id="{8D8426EB-C302-4D74-B206-70797D2D3691}"/>
              </a:ext>
            </a:extLst>
          </p:cNvPr>
          <p:cNvSpPr>
            <a:spLocks xmlns:a="http://schemas.openxmlformats.org/drawingml/2006/main" noGrp="1"/>
          </p:cNvSpPr>
          <p:nvPr>
            <p:ph type="body" idx="4"/>
          </p:nvPr>
        </p:nvSpPr>
        <p:spPr>
          <a:xfrm xmlns:a="http://schemas.openxmlformats.org/drawingml/2006/main">
            <a:off x="10001250" y="4562475"/>
            <a:ext cx="7143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96" name="Google Shape;296;p54">
            <a:extLst xmlns:a="http://schemas.openxmlformats.org/drawingml/2006/main">
              <a:ext uri="{FF2B5EF4-FFF2-40B4-BE49-F238E27FC236}">
                <a16:creationId xmlns:a16="http://schemas.microsoft.com/office/drawing/2014/main" id="{A23BCC06-6A93-46DA-A0E4-ABF63A6EA724}"/>
              </a:ext>
            </a:extLst>
          </p:cNvPr>
          <p:cNvSpPr>
            <a:spLocks xmlns:a="http://schemas.openxmlformats.org/drawingml/2006/main" noGrp="1"/>
          </p:cNvSpPr>
          <p:nvPr>
            <p:ph type="body" idx="5"/>
          </p:nvPr>
        </p:nvSpPr>
        <p:spPr>
          <a:xfrm xmlns:a="http://schemas.openxmlformats.org/drawingml/2006/main">
            <a:off x="1714500" y="3857625"/>
            <a:ext cx="71437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97" name="Google Shape;297;p54">
            <a:extLst xmlns:a="http://schemas.openxmlformats.org/drawingml/2006/main">
              <a:ext uri="{FF2B5EF4-FFF2-40B4-BE49-F238E27FC236}">
                <a16:creationId xmlns:a16="http://schemas.microsoft.com/office/drawing/2014/main" id="{F40D4C6C-2900-42A5-9DA7-0F2A174FB2AE}"/>
              </a:ext>
            </a:extLst>
          </p:cNvPr>
          <p:cNvSpPr>
            <a:spLocks xmlns:a="http://schemas.openxmlformats.org/drawingml/2006/main" noGrp="1"/>
          </p:cNvSpPr>
          <p:nvPr>
            <p:ph type="body" idx="6"/>
          </p:nvPr>
        </p:nvSpPr>
        <p:spPr>
          <a:xfrm xmlns:a="http://schemas.openxmlformats.org/drawingml/2006/main">
            <a:off x="1714500" y="4562475"/>
            <a:ext cx="7143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98" name="Google Shape;298;p54">
            <a:extLst xmlns:a="http://schemas.openxmlformats.org/drawingml/2006/main">
              <a:ext uri="{FF2B5EF4-FFF2-40B4-BE49-F238E27FC236}">
                <a16:creationId xmlns:a16="http://schemas.microsoft.com/office/drawing/2014/main" id="{46A757C2-7E5B-4E95-86C9-B72352E10DD9}"/>
              </a:ext>
            </a:extLst>
          </p:cNvPr>
          <p:cNvSpPr>
            <a:spLocks xmlns:a="http://schemas.openxmlformats.org/drawingml/2006/main" noGrp="1"/>
          </p:cNvSpPr>
          <p:nvPr>
            <p:ph type="body" idx="7"/>
          </p:nvPr>
        </p:nvSpPr>
        <p:spPr>
          <a:xfrm xmlns:a="http://schemas.openxmlformats.org/drawingml/2006/main">
            <a:off x="10001250" y="5905500"/>
            <a:ext cx="7143750" cy="2952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299" name="Google Shape;299;p54">
            <a:extLst xmlns:a="http://schemas.openxmlformats.org/drawingml/2006/main">
              <a:ext uri="{FF2B5EF4-FFF2-40B4-BE49-F238E27FC236}">
                <a16:creationId xmlns:a16="http://schemas.microsoft.com/office/drawing/2014/main" id="{15E0CF73-7273-4B5F-84DD-3F608BCEC149}"/>
              </a:ext>
            </a:extLst>
          </p:cNvPr>
          <p:cNvSpPr>
            <a:spLocks xmlns:a="http://schemas.openxmlformats.org/drawingml/2006/main" noGrp="1"/>
          </p:cNvSpPr>
          <p:nvPr>
            <p:ph type="body" idx="8"/>
          </p:nvPr>
        </p:nvSpPr>
        <p:spPr>
          <a:xfrm xmlns:a="http://schemas.openxmlformats.org/drawingml/2006/main">
            <a:off x="1714500" y="5905500"/>
            <a:ext cx="7143750" cy="2952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Layouts/slideLayout23.xml><?xml version="1.0" encoding="utf-8"?>
<p:sldLayout xmlns:p="http://schemas.openxmlformats.org/presentationml/2006/main" matchingName="فارغة داكنة">
  <p:cSld name="فارغة داكنة">
    <p:bg>
      <p:bgPr>
        <a:solidFill xmlns:a="http://schemas.openxmlformats.org/drawingml/2006/main">
          <a:srgbClr val="12183F"/>
        </a:solidFill>
      </p:bgPr>
    </p:bg>
    <p:spTree>
      <p:nvGrpSpPr>
        <p:cNvPr id="1" name=""/>
        <p:cNvGrpSpPr/>
        <p:nvPr/>
      </p:nvGrpSpPr>
      <p:grpSpPr>
        <a:xfrm xmlns:a="http://schemas.openxmlformats.org/drawingml/2006/main"/>
      </p:grpSpPr>
      <p:pic>
        <p:nvPicPr>
          <p:cNvPr id="307" name="Google Shape;301;p55"/>
          <p:cNvPicPr>
            <a:picLocks xmlns:a="http://schemas.openxmlformats.org/drawingml/2006/main" noChangeAspect="1"/>
          </p:cNvPicPr>
          <p:nvPr/>
        </p:nvPicPr>
        <p:blipFill rotWithShape="1">
          <a:blip xmlns:r="http://schemas.openxmlformats.org/officeDocument/2006/relationships" xmlns:a="http://schemas.openxmlformats.org/drawingml/2006/main" r:embed="R159acb94dded4b98">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308" name="Google Shape;302;p55"/>
          <p:cNvPicPr>
            <a:picLocks xmlns:a="http://schemas.openxmlformats.org/drawingml/2006/main" noChangeAspect="1"/>
          </p:cNvPicPr>
          <p:nvPr/>
        </p:nvPicPr>
        <p:blipFill rotWithShape="1">
          <a:blip xmlns:r="http://schemas.openxmlformats.org/officeDocument/2006/relationships" xmlns:a="http://schemas.openxmlformats.org/drawingml/2006/main" r:embed="R8f564d43d0854898">
            <a:alphaModFix/>
          </a:blip>
          <a:srcRect xmlns:a="http://schemas.openxmlformats.org/drawingml/2006/main" l="0" t="0" r="0" b="0"/>
          <a:stretch xmlns:a="http://schemas.openxmlformats.org/drawingml/2006/main"/>
        </p:blipFill>
        <p:spPr>
          <a:xfrm xmlns:a="http://schemas.openxmlformats.org/drawingml/2006/main">
            <a:off x="1066800" y="722542"/>
            <a:ext cx="3429000" cy="879016"/>
          </a:xfrm>
          <a:prstGeom xmlns:a="http://schemas.openxmlformats.org/drawingml/2006/main" prst="rect">
            <a:avLst/>
          </a:prstGeom>
          <a:ln xmlns:a="http://schemas.openxmlformats.org/drawingml/2006/main">
            <a:noFill/>
          </a:ln>
        </p:spPr>
      </p:pic>
      <p:sp>
        <p:nvSpPr>
          <p:cNvPr id="303" name="Google Shape;303;p55">
            <a:extLst xmlns:a="http://schemas.openxmlformats.org/drawingml/2006/main">
              <a:ext uri="{FF2B5EF4-FFF2-40B4-BE49-F238E27FC236}">
                <a16:creationId xmlns:a16="http://schemas.microsoft.com/office/drawing/2014/main" id="{51485505-F32A-44B2-8C9A-A297DE2C8B4A}"/>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8E99CC"/>
                </a:solidFill>
                <a:latin typeface="Readex Pro"/>
                <a:ea typeface="Readex Pro"/>
                <a:cs typeface="Readex Pro"/>
              </a:rPr>
              <a:t>تحدي الذكاء الاصطناعي في خدمة المحتوى الإسلامي</a:t>
            </a:r>
            <a:endParaRPr/>
          </a:p>
        </p:txBody>
      </p:sp>
      <p:sp>
        <p:nvSpPr>
          <p:cNvPr id="304" name="Google Shape;304;p55">
            <a:extLst xmlns:a="http://schemas.openxmlformats.org/drawingml/2006/main">
              <a:ext uri="{FF2B5EF4-FFF2-40B4-BE49-F238E27FC236}">
                <a16:creationId xmlns:a16="http://schemas.microsoft.com/office/drawing/2014/main" id="{1D67D053-70D5-4A6F-A4C8-F1DC63EB7239}"/>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8E99CC"/>
                </a:solidFill>
                <a:latin typeface="Readex Pro"/>
                <a:ea typeface="Readex Pro"/>
                <a:cs typeface="Readex Pro"/>
              </a:defRPr>
            </a:lvl1pPr>
            <a:lvl2pPr marL="0" marR="0" indent="0" algn="l">
              <a:spcBef>
                <a:spcPts val="0"/>
              </a:spcBef>
              <a:buNone/>
              <a:defRPr sz="1800" b="0">
                <a:solidFill>
                  <a:srgbClr val="8E99CC"/>
                </a:solidFill>
                <a:latin typeface="Readex Pro"/>
                <a:ea typeface="Readex Pro"/>
                <a:cs typeface="Readex Pro"/>
              </a:defRPr>
            </a:lvl2pPr>
            <a:lvl3pPr marL="0" marR="0" indent="0" algn="l">
              <a:spcBef>
                <a:spcPts val="0"/>
              </a:spcBef>
              <a:buNone/>
              <a:defRPr sz="1800" b="0">
                <a:solidFill>
                  <a:srgbClr val="8E99CC"/>
                </a:solidFill>
                <a:latin typeface="Readex Pro"/>
                <a:ea typeface="Readex Pro"/>
                <a:cs typeface="Readex Pro"/>
              </a:defRPr>
            </a:lvl3pPr>
            <a:lvl4pPr marL="0" marR="0" indent="0" algn="l">
              <a:spcBef>
                <a:spcPts val="0"/>
              </a:spcBef>
              <a:buNone/>
              <a:defRPr sz="1800" b="0">
                <a:solidFill>
                  <a:srgbClr val="8E99CC"/>
                </a:solidFill>
                <a:latin typeface="Readex Pro"/>
                <a:ea typeface="Readex Pro"/>
                <a:cs typeface="Readex Pro"/>
              </a:defRPr>
            </a:lvl4pPr>
            <a:lvl5pPr marL="0" marR="0" indent="0" algn="l">
              <a:spcBef>
                <a:spcPts val="0"/>
              </a:spcBef>
              <a:buNone/>
              <a:defRPr sz="1800" b="0">
                <a:solidFill>
                  <a:srgbClr val="8E99CC"/>
                </a:solidFill>
                <a:latin typeface="Readex Pro"/>
                <a:ea typeface="Readex Pro"/>
                <a:cs typeface="Readex Pro"/>
              </a:defRPr>
            </a:lvl5pPr>
            <a:lvl6pPr marL="0" marR="0" indent="0" algn="l">
              <a:spcBef>
                <a:spcPts val="0"/>
              </a:spcBef>
              <a:buNone/>
              <a:defRPr sz="1800" b="0">
                <a:solidFill>
                  <a:srgbClr val="8E99CC"/>
                </a:solidFill>
                <a:latin typeface="Readex Pro"/>
                <a:ea typeface="Readex Pro"/>
                <a:cs typeface="Readex Pro"/>
              </a:defRPr>
            </a:lvl6pPr>
            <a:lvl7pPr marL="0" marR="0" indent="0" algn="l">
              <a:spcBef>
                <a:spcPts val="0"/>
              </a:spcBef>
              <a:buNone/>
              <a:defRPr sz="1800" b="0">
                <a:solidFill>
                  <a:srgbClr val="8E99CC"/>
                </a:solidFill>
                <a:latin typeface="Readex Pro"/>
                <a:ea typeface="Readex Pro"/>
                <a:cs typeface="Readex Pro"/>
              </a:defRPr>
            </a:lvl7pPr>
            <a:lvl8pPr marL="0" marR="0" indent="0" algn="l">
              <a:spcBef>
                <a:spcPts val="0"/>
              </a:spcBef>
              <a:buNone/>
              <a:defRPr sz="1800" b="0">
                <a:solidFill>
                  <a:srgbClr val="8E99CC"/>
                </a:solidFill>
                <a:latin typeface="Readex Pro"/>
                <a:ea typeface="Readex Pro"/>
                <a:cs typeface="Readex Pro"/>
              </a:defRPr>
            </a:lvl8pPr>
            <a:lvl9pPr marL="0" marR="0" indent="0" algn="l">
              <a:spcBef>
                <a:spcPts val="0"/>
              </a:spcBef>
              <a:buNone/>
              <a:defRPr sz="1800" b="0">
                <a:solidFill>
                  <a:srgbClr val="8E99CC"/>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Tree>
  </p:cSld>
</p:sldLayout>
</file>

<file path=ppt/slideLayouts/slideLayout24.xml><?xml version="1.0" encoding="utf-8"?>
<p:sldLayout xmlns:p="http://schemas.openxmlformats.org/presentationml/2006/main" matchingName="فارغة فاتحة">
  <p:cSld name="فارغة فاتحة">
    <p:bg>
      <p:bgPr>
        <a:solidFill xmlns:a="http://schemas.openxmlformats.org/drawingml/2006/main">
          <a:srgbClr val="F2F4FF"/>
        </a:solidFill>
      </p:bgPr>
    </p:bg>
    <p:spTree>
      <p:nvGrpSpPr>
        <p:cNvPr id="1" name=""/>
        <p:cNvGrpSpPr/>
        <p:nvPr/>
      </p:nvGrpSpPr>
      <p:grpSpPr>
        <a:xfrm xmlns:a="http://schemas.openxmlformats.org/drawingml/2006/main"/>
      </p:grpSpPr>
      <p:pic>
        <p:nvPicPr>
          <p:cNvPr id="312" name="Google Shape;306;p56"/>
          <p:cNvPicPr>
            <a:picLocks xmlns:a="http://schemas.openxmlformats.org/drawingml/2006/main" noChangeAspect="1"/>
          </p:cNvPicPr>
          <p:nvPr/>
        </p:nvPicPr>
        <p:blipFill rotWithShape="1">
          <a:blip xmlns:r="http://schemas.openxmlformats.org/officeDocument/2006/relationships" xmlns:a="http://schemas.openxmlformats.org/drawingml/2006/main" r:embed="R81f942ad1445480e">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313" name="Google Shape;307;p56"/>
          <p:cNvPicPr>
            <a:picLocks xmlns:a="http://schemas.openxmlformats.org/drawingml/2006/main" noChangeAspect="1"/>
          </p:cNvPicPr>
          <p:nvPr/>
        </p:nvPicPr>
        <p:blipFill rotWithShape="1">
          <a:blip xmlns:r="http://schemas.openxmlformats.org/officeDocument/2006/relationships" xmlns:a="http://schemas.openxmlformats.org/drawingml/2006/main" r:embed="Rd0c35b8f803c422c">
            <a:alphaModFix/>
          </a:blip>
          <a:srcRect xmlns:a="http://schemas.openxmlformats.org/drawingml/2006/main" l="0" t="0" r="0" b="0"/>
          <a:stretch xmlns:a="http://schemas.openxmlformats.org/drawingml/2006/main"/>
        </p:blipFill>
        <p:spPr>
          <a:xfrm xmlns:a="http://schemas.openxmlformats.org/drawingml/2006/main">
            <a:off x="1245010" y="685800"/>
            <a:ext cx="3072581" cy="952500"/>
          </a:xfrm>
          <a:prstGeom xmlns:a="http://schemas.openxmlformats.org/drawingml/2006/main" prst="rect">
            <a:avLst/>
          </a:prstGeom>
          <a:ln xmlns:a="http://schemas.openxmlformats.org/drawingml/2006/main">
            <a:noFill/>
          </a:ln>
        </p:spPr>
      </p:pic>
      <p:sp>
        <p:nvSpPr>
          <p:cNvPr id="308" name="Google Shape;308;p56">
            <a:extLst xmlns:a="http://schemas.openxmlformats.org/drawingml/2006/main">
              <a:ext uri="{FF2B5EF4-FFF2-40B4-BE49-F238E27FC236}">
                <a16:creationId xmlns:a16="http://schemas.microsoft.com/office/drawing/2014/main" id="{CD2782D3-C8D6-425F-A472-173CC54762F1}"/>
              </a:ext>
            </a:extLst>
          </p:cNvPr>
          <p:cNvSpPr>
            <a:spLocks xmlns:a="http://schemas.openxmlformats.org/drawingml/2006/main" noGrp="1"/>
          </p:cNvSpPr>
          <p:nvPr/>
        </p:nvSpPr>
        <p:spPr>
          <a:xfrm xmlns:a="http://schemas.openxmlformats.org/drawingml/2006/main">
            <a:off x="8001000" y="9467850"/>
            <a:ext cx="9144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350" b="0">
                <a:solidFill>
                  <a:srgbClr val="4A5590"/>
                </a:solidFill>
                <a:latin typeface="Readex Pro"/>
                <a:ea typeface="Readex Pro"/>
                <a:cs typeface="Readex Pro"/>
              </a:rPr>
              <a:t>تحدي الذكاء الاصطناعي في خدمة المحتوى الإسلامي</a:t>
            </a:r>
            <a:endParaRPr/>
          </a:p>
        </p:txBody>
      </p:sp>
      <p:sp>
        <p:nvSpPr>
          <p:cNvPr id="309" name="Google Shape;309;p56">
            <a:extLst xmlns:a="http://schemas.openxmlformats.org/drawingml/2006/main">
              <a:ext uri="{FF2B5EF4-FFF2-40B4-BE49-F238E27FC236}">
                <a16:creationId xmlns:a16="http://schemas.microsoft.com/office/drawing/2014/main" id="{330ED24F-45AA-450F-976C-19982BCA050D}"/>
              </a:ext>
            </a:extLst>
          </p:cNvPr>
          <p:cNvSpPr>
            <a:spLocks xmlns:a="http://schemas.openxmlformats.org/drawingml/2006/main" noGrp="1"/>
          </p:cNvSpPr>
          <p:nvPr>
            <p:ph type="sldNum" idx="12"/>
          </p:nvPr>
        </p:nvSpPr>
        <p:spPr>
          <a:xfrm xmlns:a="http://schemas.openxmlformats.org/drawingml/2006/main">
            <a:off x="1066800" y="9467850"/>
            <a:ext cx="952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0" marR="0" indent="0" algn="l">
              <a:spcBef>
                <a:spcPts val="0"/>
              </a:spcBef>
              <a:buNone/>
              <a:defRPr sz="1800" b="0">
                <a:solidFill>
                  <a:srgbClr val="4A5590"/>
                </a:solidFill>
                <a:latin typeface="Readex Pro"/>
                <a:ea typeface="Readex Pro"/>
                <a:cs typeface="Readex Pro"/>
              </a:defRPr>
            </a:lvl1pPr>
            <a:lvl2pPr marL="0" marR="0" indent="0" algn="l">
              <a:spcBef>
                <a:spcPts val="0"/>
              </a:spcBef>
              <a:buNone/>
              <a:defRPr sz="1800" b="0">
                <a:solidFill>
                  <a:srgbClr val="4A5590"/>
                </a:solidFill>
                <a:latin typeface="Readex Pro"/>
                <a:ea typeface="Readex Pro"/>
                <a:cs typeface="Readex Pro"/>
              </a:defRPr>
            </a:lvl2pPr>
            <a:lvl3pPr marL="0" marR="0" indent="0" algn="l">
              <a:spcBef>
                <a:spcPts val="0"/>
              </a:spcBef>
              <a:buNone/>
              <a:defRPr sz="1800" b="0">
                <a:solidFill>
                  <a:srgbClr val="4A5590"/>
                </a:solidFill>
                <a:latin typeface="Readex Pro"/>
                <a:ea typeface="Readex Pro"/>
                <a:cs typeface="Readex Pro"/>
              </a:defRPr>
            </a:lvl3pPr>
            <a:lvl4pPr marL="0" marR="0" indent="0" algn="l">
              <a:spcBef>
                <a:spcPts val="0"/>
              </a:spcBef>
              <a:buNone/>
              <a:defRPr sz="1800" b="0">
                <a:solidFill>
                  <a:srgbClr val="4A5590"/>
                </a:solidFill>
                <a:latin typeface="Readex Pro"/>
                <a:ea typeface="Readex Pro"/>
                <a:cs typeface="Readex Pro"/>
              </a:defRPr>
            </a:lvl4pPr>
            <a:lvl5pPr marL="0" marR="0" indent="0" algn="l">
              <a:spcBef>
                <a:spcPts val="0"/>
              </a:spcBef>
              <a:buNone/>
              <a:defRPr sz="1800" b="0">
                <a:solidFill>
                  <a:srgbClr val="4A5590"/>
                </a:solidFill>
                <a:latin typeface="Readex Pro"/>
                <a:ea typeface="Readex Pro"/>
                <a:cs typeface="Readex Pro"/>
              </a:defRPr>
            </a:lvl5pPr>
            <a:lvl6pPr marL="0" marR="0" indent="0" algn="l">
              <a:spcBef>
                <a:spcPts val="0"/>
              </a:spcBef>
              <a:buNone/>
              <a:defRPr sz="1800" b="0">
                <a:solidFill>
                  <a:srgbClr val="4A5590"/>
                </a:solidFill>
                <a:latin typeface="Readex Pro"/>
                <a:ea typeface="Readex Pro"/>
                <a:cs typeface="Readex Pro"/>
              </a:defRPr>
            </a:lvl6pPr>
            <a:lvl7pPr marL="0" marR="0" indent="0" algn="l">
              <a:spcBef>
                <a:spcPts val="0"/>
              </a:spcBef>
              <a:buNone/>
              <a:defRPr sz="1800" b="0">
                <a:solidFill>
                  <a:srgbClr val="4A5590"/>
                </a:solidFill>
                <a:latin typeface="Readex Pro"/>
                <a:ea typeface="Readex Pro"/>
                <a:cs typeface="Readex Pro"/>
              </a:defRPr>
            </a:lvl7pPr>
            <a:lvl8pPr marL="0" marR="0" indent="0" algn="l">
              <a:spcBef>
                <a:spcPts val="0"/>
              </a:spcBef>
              <a:buNone/>
              <a:defRPr sz="1800" b="0">
                <a:solidFill>
                  <a:srgbClr val="4A5590"/>
                </a:solidFill>
                <a:latin typeface="Readex Pro"/>
                <a:ea typeface="Readex Pro"/>
                <a:cs typeface="Readex Pro"/>
              </a:defRPr>
            </a:lvl8pPr>
            <a:lvl9pPr marL="0" marR="0" indent="0" algn="l">
              <a:spcBef>
                <a:spcPts val="0"/>
              </a:spcBef>
              <a:buNone/>
              <a:defRPr sz="1800" b="0">
                <a:solidFill>
                  <a:srgbClr val="4A5590"/>
                </a:solidFill>
                <a:latin typeface="Readex Pro"/>
                <a:ea typeface="Readex Pro"/>
                <a:cs typeface="Readex Pro"/>
              </a:defRPr>
            </a:lvl9pPr>
          </a:lstStyle>
          <a:p xmlns:a="http://schemas.openxmlformats.org/drawingml/2006/main">
            <a:pPr marL="0" lvl="0" indent="0" algn="l">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Tree>
  </p:cSld>
</p:sldLayout>
</file>

<file path=ppt/slideLayouts/slideLayout25.xml><?xml version="1.0" encoding="utf-8"?>
<p:sldLayout xmlns:p="http://schemas.openxmlformats.org/presentationml/2006/main" matchingName="ختام العرض">
  <p:cSld name="ختام العرض">
    <p:bg>
      <p:bgPr>
        <a:solidFill xmlns:a="http://schemas.openxmlformats.org/drawingml/2006/main">
          <a:srgbClr val="12183F"/>
        </a:solidFill>
      </p:bgPr>
    </p:bg>
    <p:spTree>
      <p:nvGrpSpPr>
        <p:cNvPr id="1" name=""/>
        <p:cNvGrpSpPr/>
        <p:nvPr/>
      </p:nvGrpSpPr>
      <p:grpSpPr>
        <a:xfrm xmlns:a="http://schemas.openxmlformats.org/drawingml/2006/main"/>
      </p:grpSpPr>
      <p:pic>
        <p:nvPicPr>
          <p:cNvPr id="322" name="Google Shape;311;p57"/>
          <p:cNvPicPr>
            <a:picLocks xmlns:a="http://schemas.openxmlformats.org/drawingml/2006/main" noChangeAspect="1"/>
          </p:cNvPicPr>
          <p:nvPr/>
        </p:nvPicPr>
        <p:blipFill rotWithShape="1">
          <a:blip xmlns:r="http://schemas.openxmlformats.org/officeDocument/2006/relationships" xmlns:a="http://schemas.openxmlformats.org/drawingml/2006/main" r:embed="R2363f043e003441c">
            <a:alphaModFix/>
          </a:blip>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a:ln xmlns:a="http://schemas.openxmlformats.org/drawingml/2006/main">
            <a:noFill/>
          </a:ln>
        </p:spPr>
      </p:pic>
      <p:pic>
        <p:nvPicPr>
          <p:cNvPr id="323" name="Google Shape;312;p57"/>
          <p:cNvPicPr>
            <a:picLocks xmlns:a="http://schemas.openxmlformats.org/drawingml/2006/main" noChangeAspect="1"/>
          </p:cNvPicPr>
          <p:nvPr/>
        </p:nvPicPr>
        <p:blipFill rotWithShape="1">
          <a:blip xmlns:r="http://schemas.openxmlformats.org/officeDocument/2006/relationships" xmlns:a="http://schemas.openxmlformats.org/drawingml/2006/main" r:embed="R32b786e44c0243d3">
            <a:alphaModFix/>
          </a:blip>
          <a:srcRect xmlns:a="http://schemas.openxmlformats.org/drawingml/2006/main" l="0" t="0" r="0" b="0"/>
          <a:stretch xmlns:a="http://schemas.openxmlformats.org/drawingml/2006/main"/>
        </p:blipFill>
        <p:spPr>
          <a:xfrm xmlns:a="http://schemas.openxmlformats.org/drawingml/2006/main">
            <a:off x="5810250" y="1336151"/>
            <a:ext cx="6667500" cy="1709198"/>
          </a:xfrm>
          <a:prstGeom xmlns:a="http://schemas.openxmlformats.org/drawingml/2006/main" prst="rect">
            <a:avLst/>
          </a:prstGeom>
          <a:ln xmlns:a="http://schemas.openxmlformats.org/drawingml/2006/main">
            <a:noFill/>
          </a:ln>
        </p:spPr>
      </p:pic>
      <p:pic>
        <p:nvPicPr>
          <p:cNvPr id="324" name="Google Shape;313;p57"/>
          <p:cNvPicPr>
            <a:picLocks xmlns:a="http://schemas.openxmlformats.org/drawingml/2006/main" noChangeAspect="1"/>
          </p:cNvPicPr>
          <p:nvPr/>
        </p:nvPicPr>
        <p:blipFill rotWithShape="1">
          <a:blip xmlns:r="http://schemas.openxmlformats.org/officeDocument/2006/relationships" xmlns:a="http://schemas.openxmlformats.org/drawingml/2006/main" r:embed="R98d69260c9c043bc">
            <a:alphaModFix/>
          </a:blip>
          <a:srcRect xmlns:a="http://schemas.openxmlformats.org/drawingml/2006/main" l="0" t="0" r="0" b="0"/>
          <a:stretch xmlns:a="http://schemas.openxmlformats.org/drawingml/2006/main"/>
        </p:blipFill>
        <p:spPr>
          <a:xfrm xmlns:a="http://schemas.openxmlformats.org/drawingml/2006/main">
            <a:off x="10669485" y="8524875"/>
            <a:ext cx="3045029" cy="1562100"/>
          </a:xfrm>
          <a:prstGeom xmlns:a="http://schemas.openxmlformats.org/drawingml/2006/main" prst="rect">
            <a:avLst/>
          </a:prstGeom>
          <a:ln xmlns:a="http://schemas.openxmlformats.org/drawingml/2006/main">
            <a:noFill/>
          </a:ln>
        </p:spPr>
      </p:pic>
      <p:pic>
        <p:nvPicPr>
          <p:cNvPr id="325" name="Google Shape;314;p57"/>
          <p:cNvPicPr>
            <a:picLocks xmlns:a="http://schemas.openxmlformats.org/drawingml/2006/main" noChangeAspect="1"/>
          </p:cNvPicPr>
          <p:nvPr/>
        </p:nvPicPr>
        <p:blipFill rotWithShape="1">
          <a:blip xmlns:r="http://schemas.openxmlformats.org/officeDocument/2006/relationships" xmlns:a="http://schemas.openxmlformats.org/drawingml/2006/main" r:embed="Rf37d6ebc665c4c19">
            <a:alphaModFix/>
          </a:blip>
          <a:srcRect xmlns:a="http://schemas.openxmlformats.org/drawingml/2006/main" l="4300" t="16000" r="69700" b="16000"/>
          <a:stretch xmlns:a="http://schemas.openxmlformats.org/drawingml/2006/main"/>
        </p:blipFill>
        <p:spPr>
          <a:xfrm xmlns:a="http://schemas.openxmlformats.org/drawingml/2006/main">
            <a:off x="4857750" y="8629650"/>
            <a:ext cx="3810000" cy="1476375"/>
          </a:xfrm>
          <a:prstGeom xmlns:a="http://schemas.openxmlformats.org/drawingml/2006/main" prst="rect">
            <a:avLst/>
          </a:prstGeom>
          <a:ln xmlns:a="http://schemas.openxmlformats.org/drawingml/2006/main">
            <a:noFill/>
          </a:ln>
        </p:spPr>
      </p:pic>
      <p:sp>
        <p:nvSpPr>
          <p:cNvPr id="315" name="Google Shape;315;p57">
            <a:extLst xmlns:a="http://schemas.openxmlformats.org/drawingml/2006/main">
              <a:ext uri="{FF2B5EF4-FFF2-40B4-BE49-F238E27FC236}">
                <a16:creationId xmlns:a16="http://schemas.microsoft.com/office/drawing/2014/main" id="{E1F68A69-57D9-40F0-9BE2-53424ED9AEBE}"/>
              </a:ext>
            </a:extLst>
          </p:cNvPr>
          <p:cNvSpPr>
            <a:spLocks xmlns:a="http://schemas.openxmlformats.org/drawingml/2006/main" noGrp="1"/>
          </p:cNvSpPr>
          <p:nvPr>
            <p:ph type="title" idx="0"/>
          </p:nvPr>
        </p:nvSpPr>
        <p:spPr>
          <a:xfrm xmlns:a="http://schemas.openxmlformats.org/drawingml/2006/main">
            <a:off x="3810000" y="4048125"/>
            <a:ext cx="106680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R="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316" name="Google Shape;316;p57">
            <a:extLst xmlns:a="http://schemas.openxmlformats.org/drawingml/2006/main">
              <a:ext uri="{FF2B5EF4-FFF2-40B4-BE49-F238E27FC236}">
                <a16:creationId xmlns:a16="http://schemas.microsoft.com/office/drawing/2014/main" id="{A54D0B17-3536-4B51-9823-0FC57ADDEF01}"/>
              </a:ext>
            </a:extLst>
          </p:cNvPr>
          <p:cNvSpPr>
            <a:spLocks xmlns:a="http://schemas.openxmlformats.org/drawingml/2006/main" noGrp="1"/>
          </p:cNvSpPr>
          <p:nvPr>
            <p:ph type="body" idx="1"/>
          </p:nvPr>
        </p:nvSpPr>
        <p:spPr>
          <a:xfrm xmlns:a="http://schemas.openxmlformats.org/drawingml/2006/main">
            <a:off x="3810000" y="5905500"/>
            <a:ext cx="106680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
        <p:nvSpPr>
          <p:cNvPr id="317" name="Google Shape;317;p57">
            <a:extLst xmlns:a="http://schemas.openxmlformats.org/drawingml/2006/main">
              <a:ext uri="{FF2B5EF4-FFF2-40B4-BE49-F238E27FC236}">
                <a16:creationId xmlns:a16="http://schemas.microsoft.com/office/drawing/2014/main" id="{5B876B6F-60BF-47EA-BCA3-319CE7DC48A2}"/>
              </a:ext>
            </a:extLst>
          </p:cNvPr>
          <p:cNvSpPr>
            <a:spLocks xmlns:a="http://schemas.openxmlformats.org/drawingml/2006/main" noGrp="1"/>
          </p:cNvSpPr>
          <p:nvPr>
            <p:ph type="body" idx="2"/>
          </p:nvPr>
        </p:nvSpPr>
        <p:spPr>
          <a:xfrm xmlns:a="http://schemas.openxmlformats.org/drawingml/2006/main">
            <a:off x="3810000" y="7000875"/>
            <a:ext cx="10668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1pPr>
            <a:lvl2pPr marL="914400" marR="0" indent="-228600" algn="r">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Readex Pro"/>
                <a:ea typeface="Readex Pro"/>
                <a:cs typeface="Readex Pro"/>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e7b88983764c8d" /><Relationship Type="http://schemas.openxmlformats.org/officeDocument/2006/relationships/slideLayout" Target="/ppt/slideLayouts/slideLayout1.xml" Id="Rdf994946141c4d22" /><Relationship Type="http://schemas.openxmlformats.org/officeDocument/2006/relationships/slideLayout" Target="/ppt/slideLayouts/slideLayout2.xml" Id="R2d3643b3440c4f1e" /><Relationship Type="http://schemas.openxmlformats.org/officeDocument/2006/relationships/slideLayout" Target="/ppt/slideLayouts/slideLayout3.xml" Id="Rc9932c2edf9e4eaa" /><Relationship Type="http://schemas.openxmlformats.org/officeDocument/2006/relationships/slideLayout" Target="/ppt/slideLayouts/slideLayout4.xml" Id="Rc60860cffed24897" /><Relationship Type="http://schemas.openxmlformats.org/officeDocument/2006/relationships/slideLayout" Target="/ppt/slideLayouts/slideLayout5.xml" Id="R2e449139dd5f4efa" /><Relationship Type="http://schemas.openxmlformats.org/officeDocument/2006/relationships/slideLayout" Target="/ppt/slideLayouts/slideLayout6.xml" Id="Reec887ecb30748f1" /><Relationship Type="http://schemas.openxmlformats.org/officeDocument/2006/relationships/slideLayout" Target="/ppt/slideLayouts/slideLayout7.xml" Id="R14a1d38b5a624b51" /><Relationship Type="http://schemas.openxmlformats.org/officeDocument/2006/relationships/slideLayout" Target="/ppt/slideLayouts/slideLayout8.xml" Id="R289728466f4d4e5a" /><Relationship Type="http://schemas.openxmlformats.org/officeDocument/2006/relationships/slideLayout" Target="/ppt/slideLayouts/slideLayout9.xml" Id="Rabd0eac8346f4ecd" /><Relationship Type="http://schemas.openxmlformats.org/officeDocument/2006/relationships/slideLayout" Target="/ppt/slideLayouts/slideLayout10.xml" Id="R545a3e9b9c414d14" /><Relationship Type="http://schemas.openxmlformats.org/officeDocument/2006/relationships/slideLayout" Target="/ppt/slideLayouts/slideLayout11.xml" Id="Rd23d1fdacc234b24" /><Relationship Type="http://schemas.openxmlformats.org/officeDocument/2006/relationships/slideLayout" Target="/ppt/slideLayouts/slideLayout12.xml" Id="Rd30234f1fae4480f" /><Relationship Type="http://schemas.openxmlformats.org/officeDocument/2006/relationships/slideLayout" Target="/ppt/slideLayouts/slideLayout13.xml" Id="R57a6cdd162b24a52" /><Relationship Type="http://schemas.openxmlformats.org/officeDocument/2006/relationships/slideLayout" Target="/ppt/slideLayouts/slideLayout14.xml" Id="R2ca6100c6ca84310" /><Relationship Type="http://schemas.openxmlformats.org/officeDocument/2006/relationships/slideLayout" Target="/ppt/slideLayouts/slideLayout15.xml" Id="R63a754dc949f411a" /><Relationship Type="http://schemas.openxmlformats.org/officeDocument/2006/relationships/slideLayout" Target="/ppt/slideLayouts/slideLayout16.xml" Id="R4d284055c028491d" /><Relationship Type="http://schemas.openxmlformats.org/officeDocument/2006/relationships/slideLayout" Target="/ppt/slideLayouts/slideLayout17.xml" Id="Rf0d91f9e2708422f" /><Relationship Type="http://schemas.openxmlformats.org/officeDocument/2006/relationships/slideLayout" Target="/ppt/slideLayouts/slideLayout18.xml" Id="Rab26045b592b4341" /><Relationship Type="http://schemas.openxmlformats.org/officeDocument/2006/relationships/slideLayout" Target="/ppt/slideLayouts/slideLayout19.xml" Id="R1e54824c02e54de7" /><Relationship Type="http://schemas.openxmlformats.org/officeDocument/2006/relationships/slideLayout" Target="/ppt/slideLayouts/slideLayout20.xml" Id="R829a5a5bf4ad40d4" /><Relationship Type="http://schemas.openxmlformats.org/officeDocument/2006/relationships/slideLayout" Target="/ppt/slideLayouts/slideLayout21.xml" Id="R9e1f8eb3e7e04198" /><Relationship Type="http://schemas.openxmlformats.org/officeDocument/2006/relationships/slideLayout" Target="/ppt/slideLayouts/slideLayout22.xml" Id="Rc737ff238d7b4c1f" /><Relationship Type="http://schemas.openxmlformats.org/officeDocument/2006/relationships/slideLayout" Target="/ppt/slideLayouts/slideLayout23.xml" Id="Radf50fb5a9934caa" /><Relationship Type="http://schemas.openxmlformats.org/officeDocument/2006/relationships/slideLayout" Target="/ppt/slideLayouts/slideLayout24.xml" Id="Re554a88f4ff548c0" /><Relationship Type="http://schemas.openxmlformats.org/officeDocument/2006/relationships/slideLayout" Target="/ppt/slideLayouts/slideLayout25.xml" Id="Rc75aade0468e49b6"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f994946141c4d22"/>
    <p:sldLayoutId xmlns:r="http://schemas.openxmlformats.org/officeDocument/2006/relationships" id="2147483650" r:id="R2d3643b3440c4f1e"/>
    <p:sldLayoutId xmlns:r="http://schemas.openxmlformats.org/officeDocument/2006/relationships" id="2147483651" r:id="Rc9932c2edf9e4eaa"/>
    <p:sldLayoutId xmlns:r="http://schemas.openxmlformats.org/officeDocument/2006/relationships" id="2147483652" r:id="Rc60860cffed24897"/>
    <p:sldLayoutId xmlns:r="http://schemas.openxmlformats.org/officeDocument/2006/relationships" id="2147483653" r:id="R2e449139dd5f4efa"/>
    <p:sldLayoutId xmlns:r="http://schemas.openxmlformats.org/officeDocument/2006/relationships" id="2147483654" r:id="Reec887ecb30748f1"/>
    <p:sldLayoutId xmlns:r="http://schemas.openxmlformats.org/officeDocument/2006/relationships" id="2147483655" r:id="R14a1d38b5a624b51"/>
    <p:sldLayoutId xmlns:r="http://schemas.openxmlformats.org/officeDocument/2006/relationships" id="2147483656" r:id="R289728466f4d4e5a"/>
    <p:sldLayoutId xmlns:r="http://schemas.openxmlformats.org/officeDocument/2006/relationships" id="2147483657" r:id="Rabd0eac8346f4ecd"/>
    <p:sldLayoutId xmlns:r="http://schemas.openxmlformats.org/officeDocument/2006/relationships" id="2147483658" r:id="R545a3e9b9c414d14"/>
    <p:sldLayoutId xmlns:r="http://schemas.openxmlformats.org/officeDocument/2006/relationships" id="2147483659" r:id="Rd23d1fdacc234b24"/>
    <p:sldLayoutId xmlns:r="http://schemas.openxmlformats.org/officeDocument/2006/relationships" id="2147483660" r:id="Rd30234f1fae4480f"/>
    <p:sldLayoutId xmlns:r="http://schemas.openxmlformats.org/officeDocument/2006/relationships" id="2147483661" r:id="R57a6cdd162b24a52"/>
    <p:sldLayoutId xmlns:r="http://schemas.openxmlformats.org/officeDocument/2006/relationships" id="2147483662" r:id="R2ca6100c6ca84310"/>
    <p:sldLayoutId xmlns:r="http://schemas.openxmlformats.org/officeDocument/2006/relationships" id="2147483663" r:id="R63a754dc949f411a"/>
    <p:sldLayoutId xmlns:r="http://schemas.openxmlformats.org/officeDocument/2006/relationships" id="2147483664" r:id="R4d284055c028491d"/>
    <p:sldLayoutId xmlns:r="http://schemas.openxmlformats.org/officeDocument/2006/relationships" id="2147483665" r:id="Rf0d91f9e2708422f"/>
    <p:sldLayoutId xmlns:r="http://schemas.openxmlformats.org/officeDocument/2006/relationships" id="2147483666" r:id="Rab26045b592b4341"/>
    <p:sldLayoutId xmlns:r="http://schemas.openxmlformats.org/officeDocument/2006/relationships" id="2147483667" r:id="R1e54824c02e54de7"/>
    <p:sldLayoutId xmlns:r="http://schemas.openxmlformats.org/officeDocument/2006/relationships" id="2147483668" r:id="R829a5a5bf4ad40d4"/>
    <p:sldLayoutId xmlns:r="http://schemas.openxmlformats.org/officeDocument/2006/relationships" id="2147483669" r:id="R9e1f8eb3e7e04198"/>
    <p:sldLayoutId xmlns:r="http://schemas.openxmlformats.org/officeDocument/2006/relationships" id="2147483670" r:id="Rc737ff238d7b4c1f"/>
    <p:sldLayoutId xmlns:r="http://schemas.openxmlformats.org/officeDocument/2006/relationships" id="2147483671" r:id="Radf50fb5a9934caa"/>
    <p:sldLayoutId xmlns:r="http://schemas.openxmlformats.org/officeDocument/2006/relationships" id="2147483672" r:id="Re554a88f4ff548c0"/>
    <p:sldLayoutId xmlns:r="http://schemas.openxmlformats.org/officeDocument/2006/relationships" id="2147483673" r:id="Rc75aade0468e49b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bff033def00b4528" /><Relationship Type="http://schemas.openxmlformats.org/officeDocument/2006/relationships/image" Target="/ppt/media/image.png" Id="R72e885e017f848c9" /><Relationship Type="http://schemas.openxmlformats.org/officeDocument/2006/relationships/image" Target="/ppt/media/image4.png" Id="Rbc275802f7bf4955" /><Relationship Type="http://schemas.openxmlformats.org/officeDocument/2006/relationships/image" Target="/ppt/media/image2.png" Id="R0b5d5a53baf542a9" /><Relationship Type="http://schemas.openxmlformats.org/officeDocument/2006/relationships/image" Target="/ppt/media/image3.png" Id="R80e8f45a10504698" /><Relationship Type="http://schemas.openxmlformats.org/officeDocument/2006/relationships/notesSlide" Target="/ppt/notesSlides/notesSlide1.xml" Id="R2c0fb50b698a48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4.xml" Id="Ref83d0131e13458c" /><Relationship Type="http://schemas.openxmlformats.org/officeDocument/2006/relationships/image" Target="/ppt/media/image7.png" Id="Rbe9010bda597404d" /><Relationship Type="http://schemas.openxmlformats.org/officeDocument/2006/relationships/image" Target="/ppt/media/image11.png" Id="R09a121c3fef244ec" /><Relationship Type="http://schemas.openxmlformats.org/officeDocument/2006/relationships/image" Target="/ppt/media/image.jpeg" Id="R6c106e11e43e4c72" /><Relationship Type="http://schemas.openxmlformats.org/officeDocument/2006/relationships/notesSlide" Target="/ppt/notesSlides/notesSlide2.xml" Id="R0df27d4f57e841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8.xml" Id="Rc31f918e4b434522" /><Relationship Type="http://schemas.openxmlformats.org/officeDocument/2006/relationships/image" Target="/ppt/media/image5.png" Id="Rce9fe43fcd2d4b95" /><Relationship Type="http://schemas.openxmlformats.org/officeDocument/2006/relationships/image" Target="/ppt/media/image2.png" Id="R442036f1c13a4e87" /><Relationship Type="http://schemas.openxmlformats.org/officeDocument/2006/relationships/notesSlide" Target="/ppt/notesSlides/notesSlide3.xml" Id="R15ea5ee791b648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4.xml" Id="R01a9e6d1cd86458e" /><Relationship Type="http://schemas.openxmlformats.org/officeDocument/2006/relationships/image" Target="/ppt/media/image7.png" Id="Rbfaec4aa12d1461f" /><Relationship Type="http://schemas.openxmlformats.org/officeDocument/2006/relationships/image" Target="/ppt/media/image11.png" Id="R74223687df1a418a" /><Relationship Type="http://schemas.openxmlformats.org/officeDocument/2006/relationships/image" Target="/ppt/media/image2.jpeg" Id="R0d122b467d29447f" /><Relationship Type="http://schemas.openxmlformats.org/officeDocument/2006/relationships/image" Target="/ppt/media/image3.jpeg" Id="Rfdf84ee0cea04253" /><Relationship Type="http://schemas.openxmlformats.org/officeDocument/2006/relationships/notesSlide" Target="/ppt/notesSlides/notesSlide4.xml" Id="R777782e20dc545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3.xml" Id="Rc07d3bdd2b544be4" /><Relationship Type="http://schemas.openxmlformats.org/officeDocument/2006/relationships/image" Target="/ppt/media/image5.png" Id="Ra7dbb25470344fc0" /><Relationship Type="http://schemas.openxmlformats.org/officeDocument/2006/relationships/image" Target="/ppt/media/image2.png" Id="Re336b85a167d420e" /><Relationship Type="http://schemas.openxmlformats.org/officeDocument/2006/relationships/image" Target="/ppt/media/image4.jpeg" Id="Rc9390992eaed47cd" /><Relationship Type="http://schemas.openxmlformats.org/officeDocument/2006/relationships/image" Target="/ppt/media/image5.jpeg" Id="Rf655c4eeac3a4b3a" /><Relationship Type="http://schemas.openxmlformats.org/officeDocument/2006/relationships/notesSlide" Target="/ppt/notesSlides/notesSlide5.xml" Id="Rb5b923cd6ba242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5.xml" Id="R5cdb17f1614642ac" /><Relationship Type="http://schemas.openxmlformats.org/officeDocument/2006/relationships/image" Target="/ppt/media/image7.png" Id="R1530c8022aa34c01" /><Relationship Type="http://schemas.openxmlformats.org/officeDocument/2006/relationships/image" Target="/ppt/media/image11.png" Id="R087f73cdb191452f" /><Relationship Type="http://schemas.openxmlformats.org/officeDocument/2006/relationships/image" Target="/ppt/media/image6.jpeg" Id="R9bde21a21f6b484c" /><Relationship Type="http://schemas.openxmlformats.org/officeDocument/2006/relationships/image" Target="/ppt/media/image7.jpeg" Id="R75c10c2108754e04" /><Relationship Type="http://schemas.openxmlformats.org/officeDocument/2006/relationships/notesSlide" Target="/ppt/notesSlides/notesSlide6.xml" Id="R310fff96352546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ee3909d747b64151" /><Relationship Type="http://schemas.openxmlformats.org/officeDocument/2006/relationships/image" Target="/ppt/media/image5.png" Id="Rea9dd1cfa1f24826" /><Relationship Type="http://schemas.openxmlformats.org/officeDocument/2006/relationships/image" Target="/ppt/media/image2.png" Id="Ref27f95ac8a8442c" /><Relationship Type="http://schemas.openxmlformats.org/officeDocument/2006/relationships/notesSlide" Target="/ppt/notesSlides/notesSlide7.xml" Id="Reb50ee449a0248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5.xml" Id="R861e4351505e4bc3" /><Relationship Type="http://schemas.openxmlformats.org/officeDocument/2006/relationships/image" Target="/ppt/media/image6.png" Id="R2e94a99cd70f4cc5" /><Relationship Type="http://schemas.openxmlformats.org/officeDocument/2006/relationships/image" Target="/ppt/media/image2.png" Id="R1b853e5a7dcc48a6" /><Relationship Type="http://schemas.openxmlformats.org/officeDocument/2006/relationships/image" Target="/ppt/media/image3.png" Id="Rf3b3935e05c5452e" /><Relationship Type="http://schemas.openxmlformats.org/officeDocument/2006/relationships/image" Target="/ppt/media/image12.png" Id="Racbf910b2db54695" /><Relationship Type="http://schemas.openxmlformats.org/officeDocument/2006/relationships/image" Target="/ppt/media/image13.png" Id="Rbb7c471717974ae8" /><Relationship Type="http://schemas.openxmlformats.org/officeDocument/2006/relationships/image" Target="/ppt/media/image14.png" Id="Rd5451c4bf84e494e" /><Relationship Type="http://schemas.openxmlformats.org/officeDocument/2006/relationships/image" Target="/ppt/media/image15.png" Id="R9d55af25bc974953" /><Relationship Type="http://schemas.openxmlformats.org/officeDocument/2006/relationships/image" Target="/ppt/media/image16.png" Id="Reee4accce3d047db" /><Relationship Type="http://schemas.openxmlformats.org/officeDocument/2006/relationships/notesSlide" Target="/ppt/notesSlides/notesSlide8.xml" Id="R2edba622cdea4b27" /></Relationships>
</file>

<file path=ppt/slides/slide1.xml><?xml version="1.0" encoding="utf-8"?>
<p:sld xmlns:a="http://schemas.openxmlformats.org/drawingml/2006/main" xmlns:ns2="http://schemas.openxmlformats.org/officeDocument/2006/relationships" xmlns:ns3="http://schemas.microsoft.com/office/drawing/2014/main" xmlns:ns4="http://schemas.microsoft.com/office/powerpoint/2010/main" xmlns:p="http://schemas.openxmlformats.org/presentationml/2006/main">
  <p:cSld>
    <p:bg>
      <p:bgPr>
        <a:solidFill>
          <a:srgbClr val="12183F"/>
        </a:solidFill>
      </p:bgPr>
    </p:bg>
    <p:spTree>
      <p:nvGrpSpPr>
        <p:cNvPr id="1" name=""/>
        <p:cNvGrpSpPr/>
        <p:nvPr/>
      </p:nvGrpSpPr>
      <p:grpSpPr>
        <a:xfrm/>
      </p:grpSpPr>
      <p:pic>
        <p:nvPicPr>
          <p:cNvPr id="495" name="Google Shape;484;p8"/>
          <p:cNvPicPr>
            <a:picLocks noChangeAspect="1"/>
          </p:cNvPicPr>
          <p:nvPr/>
        </p:nvPicPr>
        <p:blipFill rotWithShape="1">
          <a:blip ns2:embed="R72e885e017f848c9">
            <a:alphaModFix/>
          </a:blip>
          <a:srcRect l="0" t="0" r="0" b="0"/>
          <a:stretch/>
        </p:blipFill>
        <p:spPr>
          <a:xfrm>
            <a:off x="0" y="0"/>
            <a:ext cx="18288000" cy="10287000"/>
          </a:xfrm>
          <a:prstGeom prst="rect">
            <a:avLst/>
          </a:prstGeom>
          <a:ln>
            <a:noFill/>
          </a:ln>
        </p:spPr>
      </p:pic>
      <p:pic>
        <p:nvPicPr>
          <p:cNvPr id="496" name="Google Shape;485;p8"/>
          <p:cNvPicPr>
            <a:picLocks noChangeAspect="1"/>
          </p:cNvPicPr>
          <p:nvPr/>
        </p:nvPicPr>
        <p:blipFill>
          <a:blip ns2:embed="Rbc275802f7bf4955">
            <a:alphaModFix/>
          </a:blip>
          <a:stretch>
            <a:fillRect l="0" t="0" r="0" b="0"/>
          </a:stretch>
        </p:blipFill>
        <p:spPr>
          <a:xfrm>
            <a:off x="195975" y="1103475"/>
            <a:ext cx="9312476" cy="8603123"/>
          </a:xfrm>
          <a:prstGeom prst="rect">
            <a:avLst/>
          </a:prstGeom>
          <a:ln>
            <a:noFill/>
          </a:ln>
        </p:spPr>
      </p:pic>
      <p:sp>
        <p:nvSpPr>
          <p:cNvPr id="486" name="Google Shape;486;p8">
            <a:extLst>
              <a:ext uri="{FF2B5EF4-FFF2-40B4-BE49-F238E27FC236}">
                <ns3:creationId id="{79186B6B-4307-4DE5-A664-206C20304888}"/>
              </a:ext>
            </a:extLst>
          </p:cNvPr>
          <p:cNvSpPr>
            <a:spLocks noGrp="1"/>
          </p:cNvSpPr>
          <p:nvPr>
            <p:ph type="title" idx="0"/>
          </p:nvPr>
        </p:nvSpPr>
        <p:spPr>
          <a:xfrm>
            <a:off x="7791450" y="3524250"/>
            <a:ext cx="9048900" cy="13335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6450"/>
              <a:buNone/>
              <a:defRPr sz="9450">
                <a:solidFill>
                  <a:srgbClr val="F2F4FF"/>
                </a:solidFill>
                <a:latin typeface="The Year of The Camel"/>
                <a:ea typeface="The Year of The Camel"/>
                <a:cs typeface="The Year of The Camel"/>
              </a:defRPr>
            </a:pPr>
            <a:r>
              <a:rPr sz="9450" b="1">
                <a:solidFill>
                  <a:srgbClr val="F2F4FF"/>
                </a:solidFill>
                <a:latin typeface="The Year of The Camel"/>
                <a:ea typeface="The Year of The Camel"/>
                <a:cs typeface="The Year of The Camel"/>
              </a:rPr>
              <a:t>بَيان</a:t>
            </a:r>
            <a:endParaRPr/>
          </a:p>
        </p:txBody>
      </p:sp>
      <p:sp>
        <p:nvSpPr>
          <p:cNvPr id="487" name="Google Shape;487;p8">
            <a:extLst>
              <a:ext uri="{FF2B5EF4-FFF2-40B4-BE49-F238E27FC236}">
                <ns3:creationId id="{44FB303D-A9BE-4613-9762-413FC31D928B}"/>
              </a:ext>
            </a:extLst>
          </p:cNvPr>
          <p:cNvSpPr>
            <a:spLocks noGrp="1"/>
          </p:cNvSpPr>
          <p:nvPr>
            <p:ph type="body" idx="1"/>
          </p:nvPr>
        </p:nvSpPr>
        <p:spPr>
          <a:xfrm>
            <a:off x="7791450" y="5334000"/>
            <a:ext cx="9048900" cy="16191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3300"/>
              <a:buNone/>
              <a:defRPr sz="3600">
                <a:solidFill>
                  <a:srgbClr val="2EF2C2"/>
                </a:solidFill>
                <a:latin typeface="The Year of The Camel"/>
                <a:ea typeface="The Year of The Camel"/>
                <a:cs typeface="The Year of The Camel"/>
              </a:defRPr>
            </a:pPr>
            <a:r>
              <a:rPr sz="3600" b="0">
                <a:solidFill>
                  <a:srgbClr val="2EF2C2"/>
                </a:solidFill>
                <a:latin typeface="The Year of The Camel"/>
                <a:ea typeface="The Year of The Camel"/>
                <a:cs typeface="The Year of The Camel"/>
              </a:rPr>
              <a:t>المعرفة الإسلامية</a:t>
            </a:r>
            <a:endParaRPr/>
          </a:p>
          <a:p>
            <a:pPr marL="0" lvl="0" indent="0" algn="r" rtl="1">
              <a:lnSpc>
                <a:spcPct val="100000"/>
              </a:lnSpc>
              <a:spcBef>
                <a:spcPts val="0"/>
              </a:spcBef>
              <a:spcAft>
                <a:spcPts val="0"/>
              </a:spcAft>
              <a:buSzPts val="3300"/>
              <a:buNone/>
              <a:defRPr sz="3600">
                <a:solidFill>
                  <a:srgbClr val="2EF2C2"/>
                </a:solidFill>
                <a:latin typeface="The Year of The Camel"/>
                <a:ea typeface="The Year of The Camel"/>
                <a:cs typeface="The Year of The Camel"/>
              </a:defRPr>
            </a:pPr>
            <a:r>
              <a:rPr sz="3600" b="0">
                <a:solidFill>
                  <a:srgbClr val="2EF2C2"/>
                </a:solidFill>
                <a:latin typeface="The Year of The Camel"/>
                <a:ea typeface="The Year of The Camel"/>
                <a:cs typeface="The Year of The Camel"/>
              </a:rPr>
              <a:t>بلغة يفهمها كل إنسان</a:t>
            </a:r>
            <a:endParaRPr/>
          </a:p>
        </p:txBody>
      </p:sp>
      <p:sp>
        <p:nvSpPr>
          <p:cNvPr id="488" name="Google Shape;488;p8">
            <a:extLst>
              <a:ext uri="{FF2B5EF4-FFF2-40B4-BE49-F238E27FC236}">
                <ns3:creationId id="{4FC4501B-B486-4D11-9FBC-B439B6902332}"/>
              </a:ext>
            </a:extLst>
          </p:cNvPr>
          <p:cNvSpPr>
            <a:spLocks noGrp="1"/>
          </p:cNvSpPr>
          <p:nvPr/>
        </p:nvSpPr>
        <p:spPr>
          <a:xfrm>
            <a:off x="1143000" y="8843963"/>
            <a:ext cx="16002000" cy="9600"/>
          </a:xfrm>
          <a:prstGeom prst="rect">
            <a:avLst/>
          </a:prstGeom>
          <a:solidFill>
            <a:srgbClr val="FFFFFF">
              <a:alpha val="12160"/>
            </a:srgbClr>
          </a:solidFill>
          <a:ln>
            <a:noFill/>
          </a:ln>
        </p:spPr>
        <p:txBody>
          <a:bodyPr spcFirstLastPara="1" wrap="square" lIns="91425" tIns="91425" rIns="91425" bIns="91425" anchor="ctr">
            <a:noAutofit/>
          </a:bodyPr>
          <a:lstStyle/>
          <a:p>
            <a:pPr marL="0" lvl="0" indent="0" algn="r">
              <a:lnSpc>
                <a:spcPct val="115000"/>
              </a:lnSpc>
              <a:spcBef>
                <a:spcPts val="0"/>
              </a:spcBef>
              <a:spcAft>
                <a:spcPts val="0"/>
              </a:spcAft>
              <a:buNone/>
            </a:pPr>
            <a:r>
              <a:t/>
            </a:r>
            <a:endParaRPr/>
          </a:p>
        </p:txBody>
      </p:sp>
      <p:sp>
        <p:nvSpPr>
          <p:cNvPr id="489" name="Google Shape;489;p8">
            <a:extLst>
              <a:ext uri="{FF2B5EF4-FFF2-40B4-BE49-F238E27FC236}">
                <ns3:creationId id="{93342956-60BD-4A93-A26C-E762BA8EDC25}"/>
              </a:ext>
            </a:extLst>
          </p:cNvPr>
          <p:cNvSpPr>
            <a:spLocks noGrp="1"/>
          </p:cNvSpPr>
          <p:nvPr/>
        </p:nvSpPr>
        <p:spPr>
          <a:xfrm>
            <a:off x="14472130" y="9120188"/>
            <a:ext cx="2358000" cy="347700"/>
          </a:xfrm>
          <a:prstGeom prst="rect">
            <a:avLst/>
          </a:prstGeom>
          <a:noFill/>
          <a:ln>
            <a:noFill/>
          </a:ln>
        </p:spPr>
        <p:txBody>
          <a:bodyPr spcFirstLastPara="1" wrap="square" lIns="25400" tIns="25400" rIns="25400" bIns="25400" anchor="ctr">
            <a:noAutofit/>
          </a:bodyPr>
          <a:lstStyle/>
          <a:p>
            <a:pPr marL="0" marR="0" lvl="0" indent="0" algn="r">
              <a:lnSpc>
                <a:spcPct val="115000"/>
              </a:lnSpc>
              <a:spcBef>
                <a:spcPts val="0"/>
              </a:spcBef>
              <a:spcAft>
                <a:spcPts val="0"/>
              </a:spcAft>
              <a:buClr>
                <a:srgbClr val="8E99CC"/>
              </a:buClr>
              <a:buSzPts val="1950"/>
              <a:buFont typeface="Readex Pro"/>
              <a:buNone/>
              <a:defRPr sz="2100">
                <a:solidFill>
                  <a:srgbClr val="C7CDED"/>
                </a:solidFill>
                <a:latin typeface="IBM Plex Sans Arabic"/>
                <a:ea typeface="IBM Plex Sans Arabic"/>
                <a:cs typeface="IBM Plex Sans Arabic"/>
              </a:defRPr>
            </a:pPr>
            <a:r>
              <a:rPr sz="2100">
                <a:solidFill>
                  <a:srgbClr val="C7CDED"/>
                </a:solidFill>
                <a:latin typeface="IBM Plex Sans Arabic"/>
                <a:ea typeface="IBM Plex Sans Arabic"/>
                <a:cs typeface="IBM Plex Sans Arabic"/>
              </a:rPr>
              <a:t>Bayan AI</a:t>
            </a:r>
            <a:endParaRPr sz="1950" i="0" u="none" cap="none">
              <a:solidFill>
                <a:srgbClr val="000000"/>
              </a:solidFill>
              <a:latin typeface="Readex Pro Light"/>
              <a:ea typeface="Readex Pro Light"/>
              <a:cs typeface="Readex Pro Light"/>
            </a:endParaRPr>
          </a:p>
        </p:txBody>
      </p:sp>
      <p:sp>
        <p:nvSpPr>
          <p:cNvPr id="490" name="Google Shape;490;p8">
            <a:extLst>
              <a:ext uri="{FF2B5EF4-FFF2-40B4-BE49-F238E27FC236}">
                <ns3:creationId id="{59583670-211A-4F78-A67C-8208CA38AE55}"/>
              </a:ext>
            </a:extLst>
          </p:cNvPr>
          <p:cNvSpPr>
            <a:spLocks noGrp="1"/>
          </p:cNvSpPr>
          <p:nvPr/>
        </p:nvSpPr>
        <p:spPr>
          <a:xfrm>
            <a:off x="1397000" y="9120188"/>
            <a:ext cx="2765700" cy="347700"/>
          </a:xfrm>
          <a:prstGeom prst="rect">
            <a:avLst/>
          </a:prstGeom>
          <a:noFill/>
          <a:ln>
            <a:noFill/>
          </a:ln>
        </p:spPr>
        <p:txBody>
          <a:bodyPr spcFirstLastPara="1" wrap="square" lIns="25400" tIns="25400" rIns="25400" bIns="25400" anchor="ctr">
            <a:noAutofit/>
          </a:bodyPr>
          <a:lstStyle/>
          <a:p>
            <a:pPr marL="0" marR="0" lvl="0" indent="0" algn="r" rtl="1">
              <a:lnSpc>
                <a:spcPct val="115000"/>
              </a:lnSpc>
              <a:spcBef>
                <a:spcPts val="0"/>
              </a:spcBef>
              <a:spcAft>
                <a:spcPts val="0"/>
              </a:spcAft>
              <a:buClr>
                <a:srgbClr val="8E99CC"/>
              </a:buClr>
              <a:buSzPts val="1950"/>
              <a:buFont typeface="Readex Pro"/>
              <a:buNone/>
              <a:defRPr sz="2100">
                <a:solidFill>
                  <a:srgbClr val="C7CDED"/>
                </a:solidFill>
                <a:latin typeface="IBM Plex Sans Arabic"/>
                <a:ea typeface="IBM Plex Sans Arabic"/>
                <a:cs typeface="IBM Plex Sans Arabic"/>
              </a:defRPr>
            </a:pPr>
            <a:r>
              <a:rPr sz="2100">
                <a:solidFill>
                  <a:srgbClr val="C7CDED"/>
                </a:solidFill>
                <a:latin typeface="IBM Plex Sans Arabic"/>
                <a:ea typeface="IBM Plex Sans Arabic"/>
                <a:cs typeface="IBM Plex Sans Arabic"/>
              </a:rPr>
              <a:t>أكتوبر 2026</a:t>
            </a:r>
            <a:endParaRPr sz="1950" i="0" u="none" cap="none">
              <a:solidFill>
                <a:srgbClr val="000000"/>
              </a:solidFill>
              <a:latin typeface="Readex Pro Light"/>
              <a:ea typeface="Readex Pro Light"/>
              <a:cs typeface="Readex Pro Light"/>
            </a:endParaRPr>
          </a:p>
        </p:txBody>
      </p:sp>
      <p:pic>
        <p:nvPicPr>
          <p:cNvPr id="502" name="Google Shape;491;p8"/>
          <p:cNvPicPr>
            <a:picLocks noChangeAspect="1"/>
          </p:cNvPicPr>
          <p:nvPr/>
        </p:nvPicPr>
        <p:blipFill rotWithShape="1">
          <a:blip ns2:embed="R0b5d5a53baf542a9">
            <a:alphaModFix/>
          </a:blip>
          <a:srcRect l="0" t="0" r="0" b="0"/>
          <a:stretch/>
        </p:blipFill>
        <p:spPr>
          <a:xfrm>
            <a:off x="1078250" y="691134"/>
            <a:ext cx="6572252" cy="1684781"/>
          </a:xfrm>
          <a:prstGeom prst="rect">
            <a:avLst/>
          </a:prstGeom>
          <a:ln>
            <a:noFill/>
          </a:ln>
        </p:spPr>
      </p:pic>
      <p:pic>
        <p:nvPicPr>
          <p:cNvPr id="503" name="Google Shape;492;p8"/>
          <p:cNvPicPr>
            <a:picLocks noChangeAspect="1"/>
          </p:cNvPicPr>
          <p:nvPr/>
        </p:nvPicPr>
        <p:blipFill rotWithShape="1">
          <a:blip ns2:embed="R80e8f45a10504698">
            <a:alphaModFix/>
          </a:blip>
          <a:srcRect l="0" t="0" r="0" b="0"/>
          <a:stretch/>
        </p:blipFill>
        <p:spPr>
          <a:xfrm>
            <a:off x="14954250" y="840995"/>
            <a:ext cx="2190750" cy="1385061"/>
          </a:xfrm>
          <a:prstGeom prst="rect">
            <a:avLst/>
          </a:prstGeom>
          <a:ln>
            <a:noFill/>
          </a:ln>
        </p:spPr>
      </p:pic>
    </p:spTree>
    <p:extLst>
      <p:ext uri="{BB962C8B-B14F-4D97-AF65-F5344CB8AC3E}">
        <ns4:creationId val="588182414"/>
      </p:ext>
    </p:extLst>
  </p:cSld>
</p:sld>
</file>

<file path=ppt/slides/slide2.xml><?xml version="1.0" encoding="utf-8"?>
<p:sld xmlns:a="http://schemas.openxmlformats.org/drawingml/2006/main" xmlns:ns2="http://schemas.openxmlformats.org/officeDocument/2006/relationships" xmlns:ns3="http://schemas.microsoft.com/office/drawing/2014/main" xmlns:ns4="http://schemas.microsoft.com/office/powerpoint/2010/main" xmlns:p="http://schemas.openxmlformats.org/presentationml/2006/main">
  <p:cSld>
    <p:spTree>
      <p:nvGrpSpPr>
        <p:cNvPr id="1" name=""/>
        <p:cNvGrpSpPr/>
        <p:nvPr/>
      </p:nvGrpSpPr>
      <p:grpSpPr>
        <a:xfrm/>
      </p:grpSpPr>
      <p:pic>
        <p:nvPicPr>
          <p:cNvPr id="916" name="Google Shape;906;p30"/>
          <p:cNvPicPr>
            <a:picLocks noChangeAspect="1"/>
          </p:cNvPicPr>
          <p:nvPr/>
        </p:nvPicPr>
        <p:blipFill>
          <a:blip ns2:embed="Rbe9010bda597404d">
            <a:alphaModFix/>
          </a:blip>
          <a:stretch>
            <a:fillRect l="0" t="0" r="0" b="0"/>
          </a:stretch>
        </p:blipFill>
        <p:spPr>
          <a:xfrm>
            <a:off x="0" y="0"/>
            <a:ext cx="18288000" cy="10287000"/>
          </a:xfrm>
          <a:prstGeom prst="rect">
            <a:avLst/>
          </a:prstGeom>
          <a:ln>
            <a:noFill/>
          </a:ln>
        </p:spPr>
      </p:pic>
      <p:pic>
        <p:nvPicPr>
          <p:cNvPr id="917" name="Google Shape;907;p30"/>
          <p:cNvPicPr>
            <a:picLocks noChangeAspect="1"/>
          </p:cNvPicPr>
          <p:nvPr/>
        </p:nvPicPr>
        <p:blipFill>
          <a:blip ns2:embed="R09a121c3fef244ec">
            <a:alphaModFix/>
          </a:blip>
          <a:stretch>
            <a:fillRect l="0" t="0" r="0" b="0"/>
          </a:stretch>
        </p:blipFill>
        <p:spPr>
          <a:xfrm>
            <a:off x="1015225" y="572270"/>
            <a:ext cx="3490299" cy="1109450"/>
          </a:xfrm>
          <a:prstGeom prst="rect">
            <a:avLst/>
          </a:prstGeom>
          <a:ln>
            <a:noFill/>
          </a:ln>
        </p:spPr>
      </p:pic>
      <p:sp>
        <p:nvSpPr>
          <p:cNvPr id="911" name="المعرفة الصحيحة تحتاج شرحاً يفهمه السائل">
            <a:extLst>
              <a:ext uri="{FF2B5EF4-FFF2-40B4-BE49-F238E27FC236}">
                <ns3:creationId id="{B8F5ACDF-7ED4-47AD-98A1-3F21113CC0DD}"/>
              </a:ext>
            </a:extLst>
          </p:cNvPr>
          <p:cNvSpPr>
            <a:spLocks noGrp="1"/>
          </p:cNvSpPr>
          <p:nvPr/>
        </p:nvSpPr>
        <p:spPr>
          <a:xfrm>
            <a:off x="1714500" y="1524000"/>
            <a:ext cx="15049500" cy="1095375"/>
          </a:xfrm>
          <a:prstGeom prst="rect">
            <a:avLst/>
          </a:prstGeom>
          <a:noFill/>
          <a:ln w="0">
            <a:noFill/>
          </a:ln>
        </p:spPr>
        <p:txBody>
          <a:bodyPr anchor="ctr">
            <a:noAutofit/>
          </a:bodyPr>
          <a:lstStyle/>
          <a:p>
            <a:pPr algn="r" rtl="1">
              <a:defRPr sz="4800" b="1">
                <a:solidFill>
                  <a:srgbClr val="12183F"/>
                </a:solidFill>
                <a:latin typeface="The Year of The Camel"/>
                <a:ea typeface="The Year of The Camel"/>
                <a:cs typeface="The Year of The Camel"/>
              </a:defRPr>
            </a:pPr>
            <a:r>
              <a:rPr sz="4800" b="1">
                <a:solidFill>
                  <a:srgbClr val="12183F"/>
                </a:solidFill>
                <a:latin typeface="The Year of The Camel"/>
                <a:ea typeface="The Year of The Camel"/>
                <a:cs typeface="The Year of The Camel"/>
              </a:rPr>
              <a:t>المعرفة الصحيحة تحتاج شرحاً يفهمه السائل</a:t>
            </a:r>
          </a:p>
        </p:txBody>
      </p:sp>
      <p:sp>
        <p:nvSpPr>
          <p:cNvPr id="912" name="شرح واضح بمصادر يمكن فتحها">
            <a:extLst>
              <a:ext uri="{FF2B5EF4-FFF2-40B4-BE49-F238E27FC236}">
                <ns3:creationId id="{1B5A14EC-17DC-474D-A497-7A83A79ECF68}"/>
              </a:ext>
            </a:extLst>
          </p:cNvPr>
          <p:cNvSpPr>
            <a:spLocks noGrp="1"/>
          </p:cNvSpPr>
          <p:nvPr/>
        </p:nvSpPr>
        <p:spPr>
          <a:xfrm>
            <a:off x="9620250" y="3095625"/>
            <a:ext cx="6762750" cy="857250"/>
          </a:xfrm>
          <a:prstGeom prst="rect">
            <a:avLst/>
          </a:prstGeom>
          <a:noFill/>
          <a:ln w="0">
            <a:noFill/>
          </a:ln>
        </p:spPr>
        <p:txBody>
          <a:bodyPr anchor="ctr">
            <a:noAutofit/>
          </a:bodyPr>
          <a:lstStyle/>
          <a:p>
            <a:pPr algn="r" rtl="1">
              <a:defRPr sz="3300" b="1">
                <a:solidFill>
                  <a:srgbClr val="6150EA"/>
                </a:solidFill>
                <a:latin typeface="The Year of The Camel"/>
                <a:ea typeface="The Year of The Camel"/>
                <a:cs typeface="The Year of The Camel"/>
              </a:defRPr>
            </a:pPr>
            <a:r>
              <a:rPr sz="3300" b="1">
                <a:solidFill>
                  <a:srgbClr val="6150EA"/>
                </a:solidFill>
                <a:latin typeface="The Year of The Camel"/>
                <a:ea typeface="The Year of The Camel"/>
                <a:cs typeface="The Year of The Camel"/>
              </a:rPr>
              <a:t>شرح واضح بمصادر يمكن فتحها</a:t>
            </a:r>
          </a:p>
        </p:txBody>
      </p:sp>
      <p:sp>
        <p:nvSpPr>
          <p:cNvPr id="913" name="اختيار اللغة والجمهور&#10;&#10;شرح مرتبط بالنصوص">
            <a:extLst>
              <a:ext uri="{FF2B5EF4-FFF2-40B4-BE49-F238E27FC236}">
                <ns3:creationId id="{A1DD89FD-50B2-4784-AA86-064970983F96}"/>
              </a:ext>
            </a:extLst>
          </p:cNvPr>
          <p:cNvSpPr>
            <a:spLocks noGrp="1"/>
          </p:cNvSpPr>
          <p:nvPr/>
        </p:nvSpPr>
        <p:spPr>
          <a:xfrm>
            <a:off x="10096500" y="4286250"/>
            <a:ext cx="6334125" cy="2667000"/>
          </a:xfrm>
          <a:prstGeom prst="rect">
            <a:avLst/>
          </a:prstGeom>
          <a:noFill/>
          <a:ln w="0">
            <a:noFill/>
          </a:ln>
        </p:spPr>
        <p:txBody>
          <a:bodyPr anchor="ctr">
            <a:noAutofit/>
          </a:bodyPr>
          <a:lstStyle/>
          <a:p>
            <a:pPr algn="r" rtl="1">
              <a:defRPr sz="2850" b="0">
                <a:solidFill>
                  <a:srgbClr val="12183F"/>
                </a:solidFill>
                <a:latin typeface="IBM Plex Sans Arabic"/>
                <a:ea typeface="IBM Plex Sans Arabic"/>
                <a:cs typeface="IBM Plex Sans Arabic"/>
              </a:defRPr>
            </a:pPr>
            <a:r>
              <a:rPr sz="2850" b="0">
                <a:solidFill>
                  <a:srgbClr val="12183F"/>
                </a:solidFill>
                <a:latin typeface="IBM Plex Sans Arabic"/>
                <a:ea typeface="IBM Plex Sans Arabic"/>
                <a:cs typeface="IBM Plex Sans Arabic"/>
              </a:rPr>
              <a:t>اختيار اللغة والجمهور</a:t>
            </a:r>
          </a:p>
          <a:p>
            <a:r>
              <a:t/>
            </a:r>
          </a:p>
          <a:p>
            <a:pPr algn="r" rtl="1">
              <a:defRPr sz="2850" b="0">
                <a:solidFill>
                  <a:srgbClr val="12183F"/>
                </a:solidFill>
                <a:latin typeface="IBM Plex Sans Arabic"/>
                <a:ea typeface="IBM Plex Sans Arabic"/>
                <a:cs typeface="IBM Plex Sans Arabic"/>
              </a:defRPr>
            </a:pPr>
            <a:r>
              <a:rPr sz="2850" b="0">
                <a:solidFill>
                  <a:srgbClr val="12183F"/>
                </a:solidFill>
                <a:latin typeface="IBM Plex Sans Arabic"/>
                <a:ea typeface="IBM Plex Sans Arabic"/>
                <a:cs typeface="IBM Plex Sans Arabic"/>
              </a:rPr>
              <a:t>شرح مرتبط بالنصوص الأصلية</a:t>
            </a:r>
          </a:p>
          <a:p>
            <a:r>
              <a:t/>
            </a:r>
          </a:p>
          <a:p>
            <a:pPr algn="r" rtl="1">
              <a:defRPr sz="2850" b="0">
                <a:solidFill>
                  <a:srgbClr val="12183F"/>
                </a:solidFill>
                <a:latin typeface="IBM Plex Sans Arabic"/>
                <a:ea typeface="IBM Plex Sans Arabic"/>
                <a:cs typeface="IBM Plex Sans Arabic"/>
              </a:defRPr>
            </a:pPr>
            <a:r>
              <a:rPr sz="2850" b="0">
                <a:solidFill>
                  <a:srgbClr val="12183F"/>
                </a:solidFill>
                <a:latin typeface="IBM Plex Sans Arabic"/>
                <a:ea typeface="IBM Plex Sans Arabic"/>
                <a:cs typeface="IBM Plex Sans Arabic"/>
              </a:rPr>
              <a:t>سجل يعيد فتح الإجابة كاملة</a:t>
            </a:r>
          </a:p>
        </p:txBody>
      </p:sp>
      <p:sp>
        <p:nvSpPr>
          <p:cNvPr id="914" name="للمتعلم ومعدّ المحتوى والمركز الدعوي">
            <a:extLst>
              <a:ext uri="{FF2B5EF4-FFF2-40B4-BE49-F238E27FC236}">
                <ns3:creationId id="{5AA01B76-52B4-4C46-9418-F62BCBC7218B}"/>
              </a:ext>
            </a:extLst>
          </p:cNvPr>
          <p:cNvSpPr>
            <a:spLocks noGrp="1"/>
          </p:cNvSpPr>
          <p:nvPr/>
        </p:nvSpPr>
        <p:spPr>
          <a:xfrm>
            <a:off x="9620250" y="7667625"/>
            <a:ext cx="6762750" cy="857250"/>
          </a:xfrm>
          <a:prstGeom prst="rect">
            <a:avLst/>
          </a:prstGeom>
          <a:noFill/>
          <a:ln w="0">
            <a:noFill/>
          </a:ln>
        </p:spPr>
        <p:txBody>
          <a:bodyPr anchor="ctr">
            <a:noAutofit/>
          </a:bodyPr>
          <a:lstStyle/>
          <a:p>
            <a:pPr algn="r" rtl="1">
              <a:defRPr sz="2850" b="1">
                <a:solidFill>
                  <a:srgbClr val="6150EA"/>
                </a:solidFill>
                <a:latin typeface="IBM Plex Sans Arabic"/>
                <a:ea typeface="IBM Plex Sans Arabic"/>
                <a:cs typeface="IBM Plex Sans Arabic"/>
              </a:defRPr>
            </a:pPr>
            <a:r>
              <a:rPr sz="2850" b="1">
                <a:solidFill>
                  <a:srgbClr val="6150EA"/>
                </a:solidFill>
                <a:latin typeface="IBM Plex Sans Arabic"/>
                <a:ea typeface="IBM Plex Sans Arabic"/>
                <a:cs typeface="IBM Plex Sans Arabic"/>
              </a:rPr>
              <a:t>للمتعلم ومعدّ المحتوى والمركز الدعوي</a:t>
            </a:r>
          </a:p>
        </p:txBody>
      </p:sp>
      <p:pic>
        <p:nvPicPr>
          <p:cNvPr id="922" name="" descr="Actual Bayan website, original screenshot: T01-saved-answer.jpg"/>
          <p:cNvPicPr>
            <a:picLocks noChangeAspect="1"/>
          </p:cNvPicPr>
          <p:nvPr/>
        </p:nvPicPr>
        <p:blipFill>
          <a:blip ns2:embed="R6c106e11e43e4c72"/>
          <a:srcRect l="27400" t="2500" r="27400" b="45000"/>
          <a:stretch>
            <a:fillRect/>
          </a:stretch>
        </p:blipFill>
        <p:spPr>
          <a:xfrm>
            <a:off x="1476375" y="3485785"/>
            <a:ext cx="7334250" cy="4791805"/>
          </a:xfrm>
          <a:prstGeom prst="rect">
            <a:avLst/>
          </a:prstGeom>
        </p:spPr>
      </p:pic>
    </p:spTree>
    <p:extLst>
      <p:ext uri="{BB962C8B-B14F-4D97-AF65-F5344CB8AC3E}">
        <ns4:creationId val="622303522"/>
      </p:ext>
    </p:extLst>
  </p:cSld>
</p:sld>
</file>

<file path=ppt/slides/slide3.xml><?xml version="1.0" encoding="utf-8"?>
<p:sld xmlns:a="http://schemas.openxmlformats.org/drawingml/2006/main" xmlns:ns2="http://schemas.openxmlformats.org/officeDocument/2006/relationships" xmlns:ns3="http://schemas.microsoft.com/office/drawing/2014/main" xmlns:ns4="http://schemas.microsoft.com/office/powerpoint/2010/main" xmlns:p="http://schemas.openxmlformats.org/presentationml/2006/main">
  <p:cSld>
    <p:spTree>
      <p:nvGrpSpPr>
        <p:cNvPr id="1" name=""/>
        <p:cNvGrpSpPr/>
        <p:nvPr/>
      </p:nvGrpSpPr>
      <p:grpSpPr>
        <a:xfrm/>
      </p:grpSpPr>
      <p:pic>
        <p:nvPicPr>
          <p:cNvPr id="829" name="Google Shape;817;p24"/>
          <p:cNvPicPr>
            <a:picLocks noChangeAspect="1"/>
          </p:cNvPicPr>
          <p:nvPr/>
        </p:nvPicPr>
        <p:blipFill>
          <a:blip ns2:embed="Rce9fe43fcd2d4b95">
            <a:alphaModFix/>
          </a:blip>
          <a:stretch>
            <a:fillRect l="0" t="0" r="0" b="0"/>
          </a:stretch>
        </p:blipFill>
        <p:spPr>
          <a:xfrm>
            <a:off x="0" y="0"/>
            <a:ext cx="18288000" cy="10287000"/>
          </a:xfrm>
          <a:prstGeom prst="rect">
            <a:avLst/>
          </a:prstGeom>
          <a:ln>
            <a:noFill/>
          </a:ln>
        </p:spPr>
      </p:pic>
      <p:sp>
        <p:nvSpPr>
          <p:cNvPr id="818" name="Google Shape;818;p24">
            <a:extLst>
              <a:ext uri="{FF2B5EF4-FFF2-40B4-BE49-F238E27FC236}">
                <ns3:creationId id="{3A86DA23-7002-47B9-950D-9DE7CA98BFF8}"/>
              </a:ext>
            </a:extLst>
          </p:cNvPr>
          <p:cNvSpPr>
            <a:spLocks noGrp="1"/>
          </p:cNvSpPr>
          <p:nvPr>
            <p:ph type="body" idx="1"/>
          </p:nvPr>
        </p:nvSpPr>
        <p:spPr>
          <a:xfrm>
            <a:off x="10363200" y="1028700"/>
            <a:ext cx="6477000" cy="4191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1800"/>
              <a:buNone/>
              <a:defRPr sz="2100">
                <a:solidFill>
                  <a:srgbClr val="2EF2C2"/>
                </a:solidFill>
                <a:latin typeface="IBM Plex Sans Arabic"/>
                <a:ea typeface="IBM Plex Sans Arabic"/>
                <a:cs typeface="IBM Plex Sans Arabic"/>
              </a:defRPr>
            </a:pPr>
            <a:r>
              <a:rPr sz="2100" b="0">
                <a:solidFill>
                  <a:srgbClr val="2EF2C2"/>
                </a:solidFill>
                <a:latin typeface="IBM Plex Sans Arabic"/>
                <a:ea typeface="IBM Plex Sans Arabic"/>
                <a:cs typeface="IBM Plex Sans Arabic"/>
              </a:rPr>
              <a:t>المنهج</a:t>
            </a:r>
            <a:endParaRPr/>
          </a:p>
        </p:txBody>
      </p:sp>
      <p:sp>
        <p:nvSpPr>
          <p:cNvPr id="819" name="Google Shape;819;p24">
            <a:extLst>
              <a:ext uri="{FF2B5EF4-FFF2-40B4-BE49-F238E27FC236}">
                <ns3:creationId id="{008E4F92-D4A0-42F3-AB18-723798E523BA}"/>
              </a:ext>
            </a:extLst>
          </p:cNvPr>
          <p:cNvSpPr>
            <a:spLocks noGrp="1"/>
          </p:cNvSpPr>
          <p:nvPr>
            <p:ph type="title" idx="0"/>
          </p:nvPr>
        </p:nvSpPr>
        <p:spPr>
          <a:xfrm>
            <a:off x="1409700" y="1809750"/>
            <a:ext cx="15430500" cy="9525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4500"/>
              <a:buNone/>
              <a:defRPr sz="4800">
                <a:solidFill>
                  <a:srgbClr val="F2F4FF"/>
                </a:solidFill>
                <a:latin typeface="The Year of The Camel"/>
                <a:ea typeface="The Year of The Camel"/>
                <a:cs typeface="The Year of The Camel"/>
              </a:defRPr>
            </a:pPr>
            <a:r>
              <a:rPr sz="4800" b="1">
                <a:solidFill>
                  <a:srgbClr val="F2F4FF"/>
                </a:solidFill>
                <a:latin typeface="The Year of The Camel"/>
                <a:ea typeface="The Year of The Camel"/>
                <a:cs typeface="The Year of The Camel"/>
              </a:rPr>
              <a:t>التحقق قبل عرض الإجابة</a:t>
            </a:r>
            <a:endParaRPr/>
          </a:p>
        </p:txBody>
      </p:sp>
      <p:sp>
        <p:nvSpPr>
          <p:cNvPr id="820" name="Google Shape;820;p24">
            <a:extLst>
              <a:ext uri="{FF2B5EF4-FFF2-40B4-BE49-F238E27FC236}">
                <ns3:creationId id="{7C21D247-2CFF-40CF-B6A2-16F61B6485E3}"/>
              </a:ext>
            </a:extLst>
          </p:cNvPr>
          <p:cNvSpPr>
            <a:spLocks noGrp="1"/>
          </p:cNvSpPr>
          <p:nvPr>
            <p:ph type="body" idx="2"/>
          </p:nvPr>
        </p:nvSpPr>
        <p:spPr>
          <a:xfrm>
            <a:off x="1409700" y="2857500"/>
            <a:ext cx="15430500" cy="6858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2250"/>
              <a:buNone/>
              <a:defRPr sz="2850">
                <a:solidFill>
                  <a:srgbClr val="C7CDED"/>
                </a:solidFill>
                <a:latin typeface="IBM Plex Sans Arabic"/>
                <a:ea typeface="IBM Plex Sans Arabic"/>
                <a:cs typeface="IBM Plex Sans Arabic"/>
              </a:defRPr>
            </a:pPr>
            <a:r>
              <a:rPr sz="2850" b="0">
                <a:solidFill>
                  <a:srgbClr val="C7CDED"/>
                </a:solidFill>
                <a:latin typeface="IBM Plex Sans Arabic"/>
                <a:ea typeface="IBM Plex Sans Arabic"/>
                <a:cs typeface="IBM Plex Sans Arabic"/>
              </a:rPr>
              <a:t>وقت المعالجة يخدم مراجعة الدليل والمعنى</a:t>
            </a:r>
            <a:endParaRPr/>
          </a:p>
        </p:txBody>
      </p:sp>
      <p:sp>
        <p:nvSpPr>
          <p:cNvPr id="822" name="Google Shape;822;p24">
            <a:extLst>
              <a:ext uri="{FF2B5EF4-FFF2-40B4-BE49-F238E27FC236}">
                <ns3:creationId id="{659704C8-74C4-45AA-9EB2-626EE19322CD}"/>
              </a:ext>
            </a:extLst>
          </p:cNvPr>
          <p:cNvSpPr>
            <a:spLocks noGrp="1"/>
          </p:cNvSpPr>
          <p:nvPr/>
        </p:nvSpPr>
        <p:spPr>
          <a:xfrm>
            <a:off x="13716000" y="4333800"/>
            <a:ext cx="3429000" cy="3714900"/>
          </a:xfrm>
          <a:prstGeom prst="roundRect">
            <a:avLst>
              <a:gd name="adj" fmla="val 8059"/>
            </a:avLst>
          </a:prstGeom>
          <a:solidFill>
            <a:srgbClr val="FFFFFF">
              <a:alpha val="3920"/>
            </a:srgbClr>
          </a:solidFill>
          <a:ln w="8175" cmpd="sng">
            <a:solidFill>
              <a:srgbClr val="2EF2C2">
                <a:alpha val="12160"/>
              </a:srgbClr>
            </a:solidFill>
            <a:prstDash val="solid"/>
            <a:headEnd type="none" w="sm" len="sm"/>
            <a:tailEnd type="none" w="sm" len="sm"/>
          </a:ln>
        </p:spPr>
        <p:txBody>
          <a:bodyPr spcFirstLastPara="1" wrap="square" lIns="78400" tIns="78400" rIns="78400" bIns="78400" anchor="ctr">
            <a:noAutofit/>
          </a:bodyPr>
          <a:lstStyle/>
          <a:p>
            <a:pPr marL="0" marR="238670" lvl="0" indent="0" algn="r">
              <a:spcBef>
                <a:spcPts val="0"/>
              </a:spcBef>
              <a:spcAft>
                <a:spcPts val="0"/>
              </a:spcAft>
              <a:buNone/>
              <a:defRPr sz="2850">
                <a:solidFill>
                  <a:srgbClr val="F2F4FF"/>
                </a:solidFill>
                <a:latin typeface="IBM Plex Sans Arabic"/>
                <a:ea typeface="IBM Plex Sans Arabic"/>
                <a:cs typeface="IBM Plex Sans Arabic"/>
              </a:defRPr>
            </a:pPr>
            <a:r>
              <a:rPr sz="2850" b="1">
                <a:solidFill>
                  <a:srgbClr val="F2F4FF"/>
                </a:solidFill>
                <a:latin typeface="IBM Plex Sans Arabic"/>
                <a:ea typeface="IBM Plex Sans Arabic"/>
                <a:cs typeface="IBM Plex Sans Arabic"/>
              </a:rPr>
              <a:t>01</a:t>
            </a:r>
            <a:endParaRPr>
              <a:solidFill>
                <a:schemeClr val="dk1"/>
              </a:solidFill>
              <a:latin typeface="Readex Pro"/>
              <a:ea typeface="Readex Pro"/>
              <a:cs typeface="Readex Pro"/>
            </a:endParaRPr>
          </a:p>
          <a:p>
            <a:pPr marL="269999" lvl="0" indent="0" algn="r" rtl="1">
              <a:spcBef>
                <a:spcPts val="2300"/>
              </a:spcBef>
              <a:spcAft>
                <a:spcPts val="0"/>
              </a:spcAft>
              <a:buNone/>
              <a:defRPr sz="2850">
                <a:solidFill>
                  <a:srgbClr val="F2F4FF"/>
                </a:solidFill>
                <a:latin typeface="IBM Plex Sans Arabic"/>
                <a:ea typeface="IBM Plex Sans Arabic"/>
                <a:cs typeface="IBM Plex Sans Arabic"/>
              </a:defRPr>
            </a:pPr>
            <a:r>
              <a:rPr sz="2850" b="1">
                <a:solidFill>
                  <a:srgbClr val="F2F4FF"/>
                </a:solidFill>
                <a:latin typeface="IBM Plex Sans Arabic"/>
                <a:ea typeface="IBM Plex Sans Arabic"/>
                <a:cs typeface="IBM Plex Sans Arabic"/>
              </a:rPr>
              <a:t>فهم السؤال</a:t>
            </a:r>
            <a:endParaRPr>
              <a:solidFill>
                <a:schemeClr val="dk1"/>
              </a:solidFill>
              <a:latin typeface="Readex Pro"/>
              <a:ea typeface="Readex Pro"/>
              <a:cs typeface="Readex Pro"/>
            </a:endParaRPr>
          </a:p>
          <a:p>
            <a:pPr marL="269999" lvl="0" indent="0" algn="r" rtl="1">
              <a:spcBef>
                <a:spcPts val="2200"/>
              </a:spcBef>
              <a:spcAft>
                <a:spcPts val="0"/>
              </a:spcAft>
              <a:buNone/>
              <a:defRPr sz="2850">
                <a:solidFill>
                  <a:srgbClr val="F2F4FF"/>
                </a:solidFill>
                <a:latin typeface="IBM Plex Sans Arabic"/>
                <a:ea typeface="IBM Plex Sans Arabic"/>
                <a:cs typeface="IBM Plex Sans Arabic"/>
              </a:defRPr>
            </a:pPr>
            <a:r>
              <a:rPr sz="2850">
                <a:solidFill>
                  <a:srgbClr val="F2F4FF"/>
                </a:solidFill>
                <a:latin typeface="IBM Plex Sans Arabic"/>
                <a:ea typeface="IBM Plex Sans Arabic"/>
                <a:cs typeface="IBM Plex Sans Arabic"/>
              </a:rPr>
              <a:t>مستوى المعرفة</a:t>
            </a:r>
            <a:endParaRPr>
              <a:solidFill>
                <a:schemeClr val="dk1"/>
              </a:solidFill>
              <a:latin typeface="Readex Pro"/>
              <a:ea typeface="Readex Pro"/>
              <a:cs typeface="Readex Pro"/>
            </a:endParaRPr>
          </a:p>
          <a:p>
            <a:pPr marL="269999" lvl="0" indent="0" algn="r" rtl="1">
              <a:spcBef>
                <a:spcPts val="600"/>
              </a:spcBef>
              <a:spcAft>
                <a:spcPts val="0"/>
              </a:spcAft>
              <a:buNone/>
              <a:defRPr sz="2850">
                <a:solidFill>
                  <a:srgbClr val="F2F4FF"/>
                </a:solidFill>
                <a:latin typeface="IBM Plex Sans Arabic"/>
                <a:ea typeface="IBM Plex Sans Arabic"/>
                <a:cs typeface="IBM Plex Sans Arabic"/>
              </a:defRPr>
            </a:pPr>
            <a:r>
              <a:rPr sz="2850">
                <a:solidFill>
                  <a:srgbClr val="F2F4FF"/>
                </a:solidFill>
                <a:latin typeface="IBM Plex Sans Arabic"/>
                <a:ea typeface="IBM Plex Sans Arabic"/>
                <a:cs typeface="IBM Plex Sans Arabic"/>
              </a:rPr>
              <a:t>ونوع الطلب</a:t>
            </a:r>
            <a:endParaRPr>
              <a:solidFill>
                <a:schemeClr val="dk1"/>
              </a:solidFill>
              <a:latin typeface="Readex Pro"/>
              <a:ea typeface="Readex Pro"/>
              <a:cs typeface="Readex Pro"/>
            </a:endParaRPr>
          </a:p>
        </p:txBody>
      </p:sp>
      <p:sp>
        <p:nvSpPr>
          <p:cNvPr id="823" name="Google Shape;823;p24">
            <a:extLst>
              <a:ext uri="{FF2B5EF4-FFF2-40B4-BE49-F238E27FC236}">
                <ns3:creationId id="{8ADAF471-B61A-49BB-A616-2729F2D95EFB}"/>
              </a:ext>
            </a:extLst>
          </p:cNvPr>
          <p:cNvSpPr>
            <a:spLocks noGrp="1"/>
          </p:cNvSpPr>
          <p:nvPr/>
        </p:nvSpPr>
        <p:spPr>
          <a:xfrm>
            <a:off x="9715500" y="4333800"/>
            <a:ext cx="3429000" cy="3714900"/>
          </a:xfrm>
          <a:prstGeom prst="roundRect">
            <a:avLst>
              <a:gd name="adj" fmla="val 8059"/>
            </a:avLst>
          </a:prstGeom>
          <a:solidFill>
            <a:srgbClr val="FFFFFF">
              <a:alpha val="3920"/>
            </a:srgbClr>
          </a:solidFill>
          <a:ln w="8175" cmpd="sng">
            <a:solidFill>
              <a:srgbClr val="2EF2C2">
                <a:alpha val="12160"/>
              </a:srgbClr>
            </a:solidFill>
            <a:prstDash val="solid"/>
            <a:headEnd type="none" w="sm" len="sm"/>
            <a:tailEnd type="none" w="sm" len="sm"/>
          </a:ln>
        </p:spPr>
        <p:txBody>
          <a:bodyPr spcFirstLastPara="1" wrap="square" lIns="78400" tIns="78400" rIns="78400" bIns="78400" anchor="ctr">
            <a:noAutofit/>
          </a:bodyPr>
          <a:lstStyle/>
          <a:p>
            <a:pPr marL="0" marR="223307" lvl="0" indent="0" algn="r">
              <a:spcBef>
                <a:spcPts val="0"/>
              </a:spcBef>
              <a:spcAft>
                <a:spcPts val="0"/>
              </a:spcAft>
              <a:buNone/>
              <a:defRPr sz="2850">
                <a:solidFill>
                  <a:srgbClr val="F2F4FF"/>
                </a:solidFill>
                <a:latin typeface="IBM Plex Sans Arabic"/>
                <a:ea typeface="IBM Plex Sans Arabic"/>
                <a:cs typeface="IBM Plex Sans Arabic"/>
              </a:defRPr>
            </a:pPr>
            <a:r>
              <a:rPr sz="2850" b="1">
                <a:solidFill>
                  <a:srgbClr val="F2F4FF"/>
                </a:solidFill>
                <a:latin typeface="IBM Plex Sans Arabic"/>
                <a:ea typeface="IBM Plex Sans Arabic"/>
                <a:cs typeface="IBM Plex Sans Arabic"/>
              </a:rPr>
              <a:t>02</a:t>
            </a:r>
            <a:endParaRPr>
              <a:solidFill>
                <a:schemeClr val="dk1"/>
              </a:solidFill>
              <a:latin typeface="Readex Pro"/>
              <a:ea typeface="Readex Pro"/>
              <a:cs typeface="Readex Pro"/>
            </a:endParaRPr>
          </a:p>
          <a:p>
            <a:pPr marL="269999" lvl="0" indent="0" algn="r" rtl="1">
              <a:spcBef>
                <a:spcPts val="2300"/>
              </a:spcBef>
              <a:spcAft>
                <a:spcPts val="0"/>
              </a:spcAft>
              <a:buNone/>
              <a:defRPr sz="2850">
                <a:solidFill>
                  <a:srgbClr val="F2F4FF"/>
                </a:solidFill>
                <a:latin typeface="IBM Plex Sans Arabic"/>
                <a:ea typeface="IBM Plex Sans Arabic"/>
                <a:cs typeface="IBM Plex Sans Arabic"/>
              </a:defRPr>
            </a:pPr>
            <a:r>
              <a:rPr sz="2850" b="1">
                <a:solidFill>
                  <a:srgbClr val="F2F4FF"/>
                </a:solidFill>
                <a:latin typeface="IBM Plex Sans Arabic"/>
                <a:ea typeface="IBM Plex Sans Arabic"/>
                <a:cs typeface="IBM Plex Sans Arabic"/>
              </a:rPr>
              <a:t>استرجاع الدليل</a:t>
            </a:r>
            <a:endParaRPr>
              <a:solidFill>
                <a:schemeClr val="dk1"/>
              </a:solidFill>
              <a:latin typeface="Readex Pro"/>
              <a:ea typeface="Readex Pro"/>
              <a:cs typeface="Readex Pro"/>
            </a:endParaRPr>
          </a:p>
          <a:p>
            <a:pPr marL="269999" lvl="0" indent="0" algn="r" rtl="1">
              <a:spcBef>
                <a:spcPts val="2200"/>
              </a:spcBef>
              <a:spcAft>
                <a:spcPts val="0"/>
              </a:spcAft>
              <a:buNone/>
              <a:defRPr sz="2850">
                <a:solidFill>
                  <a:srgbClr val="F2F4FF"/>
                </a:solidFill>
                <a:latin typeface="IBM Plex Sans Arabic"/>
                <a:ea typeface="IBM Plex Sans Arabic"/>
                <a:cs typeface="IBM Plex Sans Arabic"/>
              </a:defRPr>
            </a:pPr>
            <a:r>
              <a:rPr sz="2850">
                <a:solidFill>
                  <a:srgbClr val="F2F4FF"/>
                </a:solidFill>
                <a:latin typeface="IBM Plex Sans Arabic"/>
                <a:ea typeface="IBM Plex Sans Arabic"/>
                <a:cs typeface="IBM Plex Sans Arabic"/>
              </a:rPr>
              <a:t>نصوص معتمدة</a:t>
            </a:r>
            <a:endParaRPr>
              <a:solidFill>
                <a:schemeClr val="dk1"/>
              </a:solidFill>
              <a:latin typeface="Readex Pro"/>
              <a:ea typeface="Readex Pro"/>
              <a:cs typeface="Readex Pro"/>
            </a:endParaRPr>
          </a:p>
          <a:p>
            <a:pPr marL="269999" lvl="0" indent="0" algn="r" rtl="1">
              <a:spcBef>
                <a:spcPts val="600"/>
              </a:spcBef>
              <a:spcAft>
                <a:spcPts val="0"/>
              </a:spcAft>
              <a:buNone/>
              <a:defRPr sz="2850">
                <a:solidFill>
                  <a:srgbClr val="F2F4FF"/>
                </a:solidFill>
                <a:latin typeface="IBM Plex Sans Arabic"/>
                <a:ea typeface="IBM Plex Sans Arabic"/>
                <a:cs typeface="IBM Plex Sans Arabic"/>
              </a:defRPr>
            </a:pPr>
            <a:r>
              <a:rPr sz="2850">
                <a:solidFill>
                  <a:srgbClr val="F2F4FF"/>
                </a:solidFill>
                <a:latin typeface="IBM Plex Sans Arabic"/>
                <a:ea typeface="IBM Plex Sans Arabic"/>
                <a:cs typeface="IBM Plex Sans Arabic"/>
              </a:rPr>
              <a:t>وفحص كفايتها</a:t>
            </a:r>
            <a:endParaRPr sz="3600" b="1">
              <a:solidFill>
                <a:srgbClr val="2EF2C2"/>
              </a:solidFill>
              <a:latin typeface="Readex Pro"/>
              <a:ea typeface="Readex Pro"/>
              <a:cs typeface="Readex Pro"/>
            </a:endParaRPr>
          </a:p>
        </p:txBody>
      </p:sp>
      <p:sp>
        <p:nvSpPr>
          <p:cNvPr id="824" name="Google Shape;824;p24">
            <a:extLst>
              <a:ext uri="{FF2B5EF4-FFF2-40B4-BE49-F238E27FC236}">
                <ns3:creationId id="{FAD6D63C-1AD0-4025-8B2F-33A46B3EEBCF}"/>
              </a:ext>
            </a:extLst>
          </p:cNvPr>
          <p:cNvSpPr>
            <a:spLocks noGrp="1"/>
          </p:cNvSpPr>
          <p:nvPr/>
        </p:nvSpPr>
        <p:spPr>
          <a:xfrm>
            <a:off x="5715000" y="4333800"/>
            <a:ext cx="3429000" cy="3714900"/>
          </a:xfrm>
          <a:prstGeom prst="roundRect">
            <a:avLst>
              <a:gd name="adj" fmla="val 8059"/>
            </a:avLst>
          </a:prstGeom>
          <a:solidFill>
            <a:srgbClr val="FFFFFF">
              <a:alpha val="3920"/>
            </a:srgbClr>
          </a:solidFill>
          <a:ln w="8175" cmpd="sng">
            <a:solidFill>
              <a:srgbClr val="2EF2C2">
                <a:alpha val="12160"/>
              </a:srgbClr>
            </a:solidFill>
            <a:prstDash val="solid"/>
            <a:headEnd type="none" w="sm" len="sm"/>
            <a:tailEnd type="none" w="sm" len="sm"/>
          </a:ln>
        </p:spPr>
        <p:txBody>
          <a:bodyPr spcFirstLastPara="1" wrap="square" lIns="78400" tIns="78400" rIns="78400" bIns="78400" anchor="ctr">
            <a:noAutofit/>
          </a:bodyPr>
          <a:lstStyle/>
          <a:p>
            <a:pPr marL="0" marR="238125" lvl="0" indent="0" algn="r">
              <a:spcBef>
                <a:spcPts val="0"/>
              </a:spcBef>
              <a:spcAft>
                <a:spcPts val="0"/>
              </a:spcAft>
              <a:buNone/>
              <a:defRPr sz="2850">
                <a:solidFill>
                  <a:srgbClr val="F2F4FF"/>
                </a:solidFill>
                <a:latin typeface="IBM Plex Sans Arabic"/>
                <a:ea typeface="IBM Plex Sans Arabic"/>
                <a:cs typeface="IBM Plex Sans Arabic"/>
              </a:defRPr>
            </a:pPr>
            <a:r>
              <a:rPr sz="2850" b="1">
                <a:solidFill>
                  <a:srgbClr val="F2F4FF"/>
                </a:solidFill>
                <a:latin typeface="IBM Plex Sans Arabic"/>
                <a:ea typeface="IBM Plex Sans Arabic"/>
                <a:cs typeface="IBM Plex Sans Arabic"/>
              </a:rPr>
              <a:t>03</a:t>
            </a:r>
            <a:endParaRPr>
              <a:solidFill>
                <a:schemeClr val="dk1"/>
              </a:solidFill>
              <a:latin typeface="Readex Pro"/>
              <a:ea typeface="Readex Pro"/>
              <a:cs typeface="Readex Pro"/>
            </a:endParaRPr>
          </a:p>
          <a:p>
            <a:pPr marL="269999" lvl="0" indent="0" algn="r" rtl="1">
              <a:spcBef>
                <a:spcPts val="2300"/>
              </a:spcBef>
              <a:spcAft>
                <a:spcPts val="0"/>
              </a:spcAft>
              <a:buNone/>
              <a:defRPr sz="2850">
                <a:solidFill>
                  <a:srgbClr val="F2F4FF"/>
                </a:solidFill>
                <a:latin typeface="IBM Plex Sans Arabic"/>
                <a:ea typeface="IBM Plex Sans Arabic"/>
                <a:cs typeface="IBM Plex Sans Arabic"/>
              </a:defRPr>
            </a:pPr>
            <a:r>
              <a:rPr sz="2850" b="1">
                <a:solidFill>
                  <a:srgbClr val="F2F4FF"/>
                </a:solidFill>
                <a:latin typeface="IBM Plex Sans Arabic"/>
                <a:ea typeface="IBM Plex Sans Arabic"/>
                <a:cs typeface="IBM Plex Sans Arabic"/>
              </a:rPr>
              <a:t>الشرح والمراجعة</a:t>
            </a:r>
            <a:endParaRPr>
              <a:solidFill>
                <a:schemeClr val="dk1"/>
              </a:solidFill>
              <a:latin typeface="Readex Pro"/>
              <a:ea typeface="Readex Pro"/>
              <a:cs typeface="Readex Pro"/>
            </a:endParaRPr>
          </a:p>
          <a:p>
            <a:pPr marL="269999" lvl="0" indent="0" algn="r" rtl="1">
              <a:spcBef>
                <a:spcPts val="2200"/>
              </a:spcBef>
              <a:spcAft>
                <a:spcPts val="0"/>
              </a:spcAft>
              <a:buNone/>
              <a:defRPr sz="2850">
                <a:solidFill>
                  <a:srgbClr val="F2F4FF"/>
                </a:solidFill>
                <a:latin typeface="IBM Plex Sans Arabic"/>
                <a:ea typeface="IBM Plex Sans Arabic"/>
                <a:cs typeface="IBM Plex Sans Arabic"/>
              </a:defRPr>
            </a:pPr>
            <a:r>
              <a:rPr sz="2850">
                <a:solidFill>
                  <a:srgbClr val="F2F4FF"/>
                </a:solidFill>
                <a:latin typeface="IBM Plex Sans Arabic"/>
                <a:ea typeface="IBM Plex Sans Arabic"/>
                <a:cs typeface="IBM Plex Sans Arabic"/>
              </a:rPr>
              <a:t>توطين الإجابة</a:t>
            </a:r>
            <a:endParaRPr>
              <a:solidFill>
                <a:schemeClr val="dk1"/>
              </a:solidFill>
              <a:latin typeface="Readex Pro"/>
              <a:ea typeface="Readex Pro"/>
              <a:cs typeface="Readex Pro"/>
            </a:endParaRPr>
          </a:p>
          <a:p>
            <a:pPr marL="269999" lvl="0" indent="0" algn="r" rtl="1">
              <a:spcBef>
                <a:spcPts val="600"/>
              </a:spcBef>
              <a:spcAft>
                <a:spcPts val="0"/>
              </a:spcAft>
              <a:buNone/>
              <a:defRPr sz="2850">
                <a:solidFill>
                  <a:srgbClr val="F2F4FF"/>
                </a:solidFill>
                <a:latin typeface="IBM Plex Sans Arabic"/>
                <a:ea typeface="IBM Plex Sans Arabic"/>
                <a:cs typeface="IBM Plex Sans Arabic"/>
              </a:defRPr>
            </a:pPr>
            <a:r>
              <a:rPr sz="2850">
                <a:solidFill>
                  <a:srgbClr val="F2F4FF"/>
                </a:solidFill>
                <a:latin typeface="IBM Plex Sans Arabic"/>
                <a:ea typeface="IBM Plex Sans Arabic"/>
                <a:cs typeface="IBM Plex Sans Arabic"/>
              </a:rPr>
              <a:t>ومراجعة مستقلة</a:t>
            </a:r>
            <a:endParaRPr sz="3600" b="1">
              <a:solidFill>
                <a:srgbClr val="2EF2C2"/>
              </a:solidFill>
              <a:latin typeface="Readex Pro"/>
              <a:ea typeface="Readex Pro"/>
              <a:cs typeface="Readex Pro"/>
            </a:endParaRPr>
          </a:p>
        </p:txBody>
      </p:sp>
      <p:sp>
        <p:nvSpPr>
          <p:cNvPr id="825" name="Google Shape;825;p24">
            <a:extLst>
              <a:ext uri="{FF2B5EF4-FFF2-40B4-BE49-F238E27FC236}">
                <ns3:creationId id="{ECE45150-AB2F-4E39-9FC2-66AEC9E13748}"/>
              </a:ext>
            </a:extLst>
          </p:cNvPr>
          <p:cNvSpPr>
            <a:spLocks noGrp="1"/>
          </p:cNvSpPr>
          <p:nvPr/>
        </p:nvSpPr>
        <p:spPr>
          <a:xfrm>
            <a:off x="1714500" y="4333800"/>
            <a:ext cx="3429000" cy="3714900"/>
          </a:xfrm>
          <a:prstGeom prst="roundRect">
            <a:avLst>
              <a:gd name="adj" fmla="val 8059"/>
            </a:avLst>
          </a:prstGeom>
          <a:solidFill>
            <a:srgbClr val="FFFFFF">
              <a:alpha val="3920"/>
            </a:srgbClr>
          </a:solidFill>
          <a:ln w="8175" cmpd="sng">
            <a:solidFill>
              <a:srgbClr val="2EF2C2">
                <a:alpha val="12160"/>
              </a:srgbClr>
            </a:solidFill>
            <a:prstDash val="solid"/>
            <a:headEnd type="none" w="sm" len="sm"/>
            <a:tailEnd type="none" w="sm" len="sm"/>
          </a:ln>
        </p:spPr>
        <p:txBody>
          <a:bodyPr spcFirstLastPara="1" wrap="square" lIns="78400" tIns="78400" rIns="78400" bIns="78400" anchor="ctr">
            <a:noAutofit/>
          </a:bodyPr>
          <a:lstStyle/>
          <a:p>
            <a:pPr marL="0" marR="223307" lvl="0" indent="0" algn="r">
              <a:spcBef>
                <a:spcPts val="0"/>
              </a:spcBef>
              <a:spcAft>
                <a:spcPts val="0"/>
              </a:spcAft>
              <a:buNone/>
              <a:defRPr sz="2850">
                <a:solidFill>
                  <a:srgbClr val="F2F4FF"/>
                </a:solidFill>
                <a:latin typeface="IBM Plex Sans Arabic"/>
                <a:ea typeface="IBM Plex Sans Arabic"/>
                <a:cs typeface="IBM Plex Sans Arabic"/>
              </a:defRPr>
            </a:pPr>
            <a:r>
              <a:rPr sz="2850" b="1">
                <a:solidFill>
                  <a:srgbClr val="F2F4FF"/>
                </a:solidFill>
                <a:latin typeface="IBM Plex Sans Arabic"/>
                <a:ea typeface="IBM Plex Sans Arabic"/>
                <a:cs typeface="IBM Plex Sans Arabic"/>
              </a:rPr>
              <a:t>04</a:t>
            </a:r>
            <a:endParaRPr>
              <a:solidFill>
                <a:schemeClr val="dk1"/>
              </a:solidFill>
              <a:latin typeface="Readex Pro"/>
              <a:ea typeface="Readex Pro"/>
              <a:cs typeface="Readex Pro"/>
            </a:endParaRPr>
          </a:p>
          <a:p>
            <a:pPr marL="269999" lvl="0" indent="0" algn="r" rtl="1">
              <a:spcBef>
                <a:spcPts val="2300"/>
              </a:spcBef>
              <a:spcAft>
                <a:spcPts val="0"/>
              </a:spcAft>
              <a:buNone/>
              <a:defRPr sz="2850">
                <a:solidFill>
                  <a:srgbClr val="F2F4FF"/>
                </a:solidFill>
                <a:latin typeface="IBM Plex Sans Arabic"/>
                <a:ea typeface="IBM Plex Sans Arabic"/>
                <a:cs typeface="IBM Plex Sans Arabic"/>
              </a:defRPr>
            </a:pPr>
            <a:r>
              <a:rPr sz="2850" b="1">
                <a:solidFill>
                  <a:srgbClr val="F2F4FF"/>
                </a:solidFill>
                <a:latin typeface="IBM Plex Sans Arabic"/>
                <a:ea typeface="IBM Plex Sans Arabic"/>
                <a:cs typeface="IBM Plex Sans Arabic"/>
              </a:rPr>
              <a:t>حماية المعنى</a:t>
            </a:r>
            <a:endParaRPr>
              <a:solidFill>
                <a:schemeClr val="dk1"/>
              </a:solidFill>
              <a:latin typeface="Readex Pro"/>
              <a:ea typeface="Readex Pro"/>
              <a:cs typeface="Readex Pro"/>
            </a:endParaRPr>
          </a:p>
          <a:p>
            <a:pPr marL="269999" lvl="0" indent="0" algn="r" rtl="1">
              <a:spcBef>
                <a:spcPts val="2200"/>
              </a:spcBef>
              <a:spcAft>
                <a:spcPts val="0"/>
              </a:spcAft>
              <a:buNone/>
              <a:defRPr sz="2850">
                <a:solidFill>
                  <a:srgbClr val="F2F4FF"/>
                </a:solidFill>
                <a:latin typeface="IBM Plex Sans Arabic"/>
                <a:ea typeface="IBM Plex Sans Arabic"/>
                <a:cs typeface="IBM Plex Sans Arabic"/>
              </a:defRPr>
            </a:pPr>
            <a:r>
              <a:rPr sz="2850">
                <a:solidFill>
                  <a:srgbClr val="F2F4FF"/>
                </a:solidFill>
                <a:latin typeface="IBM Plex Sans Arabic"/>
                <a:ea typeface="IBM Plex Sans Arabic"/>
                <a:cs typeface="IBM Plex Sans Arabic"/>
              </a:rPr>
              <a:t>تدقيق المصطلحات</a:t>
            </a:r>
            <a:endParaRPr>
              <a:solidFill>
                <a:schemeClr val="dk1"/>
              </a:solidFill>
              <a:latin typeface="Readex Pro"/>
              <a:ea typeface="Readex Pro"/>
              <a:cs typeface="Readex Pro"/>
            </a:endParaRPr>
          </a:p>
          <a:p>
            <a:pPr marL="269999" lvl="0" indent="0" algn="r" rtl="1">
              <a:spcBef>
                <a:spcPts val="600"/>
              </a:spcBef>
              <a:spcAft>
                <a:spcPts val="0"/>
              </a:spcAft>
              <a:buNone/>
              <a:defRPr sz="2850">
                <a:solidFill>
                  <a:srgbClr val="F2F4FF"/>
                </a:solidFill>
                <a:latin typeface="IBM Plex Sans Arabic"/>
                <a:ea typeface="IBM Plex Sans Arabic"/>
                <a:cs typeface="IBM Plex Sans Arabic"/>
              </a:defRPr>
            </a:pPr>
            <a:r>
              <a:rPr sz="2850">
                <a:solidFill>
                  <a:srgbClr val="F2F4FF"/>
                </a:solidFill>
                <a:latin typeface="IBM Plex Sans Arabic"/>
                <a:ea typeface="IBM Plex Sans Arabic"/>
                <a:cs typeface="IBM Plex Sans Arabic"/>
              </a:rPr>
              <a:t>وتوثيق المخرجات</a:t>
            </a:r>
            <a:endParaRPr sz="3600" b="1">
              <a:solidFill>
                <a:srgbClr val="2EF2C2"/>
              </a:solidFill>
              <a:latin typeface="Readex Pro"/>
              <a:ea typeface="Readex Pro"/>
              <a:cs typeface="Readex Pro"/>
            </a:endParaRPr>
          </a:p>
        </p:txBody>
      </p:sp>
      <p:pic>
        <p:nvPicPr>
          <p:cNvPr id="837" name="Google Shape;826;p24"/>
          <p:cNvPicPr>
            <a:picLocks noChangeAspect="1"/>
          </p:cNvPicPr>
          <p:nvPr/>
        </p:nvPicPr>
        <p:blipFill rotWithShape="1">
          <a:blip ns2:embed="R442036f1c13a4e87">
            <a:alphaModFix/>
          </a:blip>
          <a:srcRect l="0" t="0" r="0" b="0"/>
          <a:stretch/>
        </p:blipFill>
        <p:spPr>
          <a:xfrm>
            <a:off x="1066800" y="693967"/>
            <a:ext cx="3429002" cy="879015"/>
          </a:xfrm>
          <a:prstGeom prst="rect">
            <a:avLst/>
          </a:prstGeom>
          <a:ln>
            <a:noFill/>
          </a:ln>
        </p:spPr>
      </p:pic>
      <p:sp>
        <p:nvSpPr>
          <p:cNvPr id="828" name="الفتوى الشخصية تُحال إلى المختص، والنص غ">
            <a:extLst>
              <a:ext uri="{FF2B5EF4-FFF2-40B4-BE49-F238E27FC236}">
                <ns3:creationId id="{DDA281FC-935E-42BB-91D6-5C69ACEDEFC4}"/>
              </a:ext>
            </a:extLst>
          </p:cNvPr>
          <p:cNvSpPr>
            <a:spLocks noGrp="1"/>
          </p:cNvSpPr>
          <p:nvPr/>
        </p:nvSpPr>
        <p:spPr>
          <a:xfrm>
            <a:off x="1762125" y="8572500"/>
            <a:ext cx="14954250" cy="571500"/>
          </a:xfrm>
          <a:prstGeom prst="rect">
            <a:avLst/>
          </a:prstGeom>
          <a:noFill/>
          <a:ln w="0">
            <a:noFill/>
          </a:ln>
        </p:spPr>
        <p:txBody>
          <a:bodyPr anchor="ctr">
            <a:noAutofit/>
          </a:bodyPr>
          <a:lstStyle/>
          <a:p>
            <a:pPr algn="r" rtl="1">
              <a:defRPr sz="2400" b="0">
                <a:solidFill>
                  <a:srgbClr val="2EF2C2"/>
                </a:solidFill>
                <a:latin typeface="IBM Plex Sans Arabic"/>
                <a:ea typeface="IBM Plex Sans Arabic"/>
                <a:cs typeface="IBM Plex Sans Arabic"/>
              </a:defRPr>
            </a:pPr>
            <a:r>
              <a:rPr sz="2400" b="0">
                <a:solidFill>
                  <a:srgbClr val="2EF2C2"/>
                </a:solidFill>
                <a:latin typeface="IBM Plex Sans Arabic"/>
                <a:ea typeface="IBM Plex Sans Arabic"/>
                <a:cs typeface="IBM Plex Sans Arabic"/>
              </a:rPr>
              <a:t>الفتوى الشخصية تُحال إلى المختص، والنص غير الموثق لا يُختلق</a:t>
            </a:r>
          </a:p>
        </p:txBody>
      </p:sp>
    </p:spTree>
    <p:extLst>
      <p:ext uri="{BB962C8B-B14F-4D97-AF65-F5344CB8AC3E}">
        <ns4:creationId val="2144380823"/>
      </p:ext>
    </p:extLst>
  </p:cSld>
</p:sld>
</file>

<file path=ppt/slides/slide4.xml><?xml version="1.0" encoding="utf-8"?>
<p:sld xmlns:a="http://schemas.openxmlformats.org/drawingml/2006/main" xmlns:ns2="http://schemas.openxmlformats.org/officeDocument/2006/relationships" xmlns:ns3="http://schemas.microsoft.com/office/drawing/2014/main" xmlns:ns4="http://schemas.microsoft.com/office/powerpoint/2010/main" xmlns:p="http://schemas.openxmlformats.org/presentationml/2006/main">
  <p:cSld>
    <p:spTree>
      <p:nvGrpSpPr>
        <p:cNvPr id="1" name=""/>
        <p:cNvGrpSpPr/>
        <p:nvPr/>
      </p:nvGrpSpPr>
      <p:grpSpPr>
        <a:xfrm/>
      </p:grpSpPr>
      <p:pic>
        <p:nvPicPr>
          <p:cNvPr id="730" name="Google Shape;709;p20"/>
          <p:cNvPicPr>
            <a:picLocks noChangeAspect="1"/>
          </p:cNvPicPr>
          <p:nvPr/>
        </p:nvPicPr>
        <p:blipFill>
          <a:blip ns2:embed="Rbfaec4aa12d1461f">
            <a:alphaModFix/>
          </a:blip>
          <a:stretch>
            <a:fillRect l="0" t="0" r="0" b="0"/>
          </a:stretch>
        </p:blipFill>
        <p:spPr>
          <a:xfrm>
            <a:off x="0" y="0"/>
            <a:ext cx="18288000" cy="10287000"/>
          </a:xfrm>
          <a:prstGeom prst="rect">
            <a:avLst/>
          </a:prstGeom>
          <a:ln>
            <a:noFill/>
          </a:ln>
        </p:spPr>
      </p:pic>
      <p:sp>
        <p:nvSpPr>
          <p:cNvPr id="710" name="Google Shape;710;p20">
            <a:extLst>
              <a:ext uri="{FF2B5EF4-FFF2-40B4-BE49-F238E27FC236}">
                <ns3:creationId id="{ADFC23B2-6044-4E56-B7F6-577C11256107}"/>
              </a:ext>
            </a:extLst>
          </p:cNvPr>
          <p:cNvSpPr>
            <a:spLocks noGrp="1"/>
          </p:cNvSpPr>
          <p:nvPr>
            <p:ph type="body" idx="1"/>
          </p:nvPr>
        </p:nvSpPr>
        <p:spPr>
          <a:xfrm>
            <a:off x="10363200" y="1028700"/>
            <a:ext cx="6477000" cy="4191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1800"/>
              <a:buNone/>
              <a:defRPr sz="2100">
                <a:solidFill>
                  <a:srgbClr val="6150EA"/>
                </a:solidFill>
                <a:latin typeface="IBM Plex Sans Arabic"/>
                <a:ea typeface="IBM Plex Sans Arabic"/>
                <a:cs typeface="IBM Plex Sans Arabic"/>
              </a:defRPr>
            </a:pPr>
            <a:r>
              <a:rPr sz="2100" b="0">
                <a:solidFill>
                  <a:srgbClr val="6150EA"/>
                </a:solidFill>
                <a:latin typeface="IBM Plex Sans Arabic"/>
                <a:ea typeface="IBM Plex Sans Arabic"/>
                <a:cs typeface="IBM Plex Sans Arabic"/>
              </a:rPr>
              <a:t>تجربة فعلية</a:t>
            </a:r>
            <a:endParaRPr/>
          </a:p>
        </p:txBody>
      </p:sp>
      <p:sp>
        <p:nvSpPr>
          <p:cNvPr id="711" name="Google Shape;711;p20">
            <a:extLst>
              <a:ext uri="{FF2B5EF4-FFF2-40B4-BE49-F238E27FC236}">
                <ns3:creationId id="{400A4157-B36E-4320-994D-99750DF9E266}"/>
              </a:ext>
            </a:extLst>
          </p:cNvPr>
          <p:cNvSpPr>
            <a:spLocks noGrp="1"/>
          </p:cNvSpPr>
          <p:nvPr>
            <p:ph type="title" idx="0"/>
          </p:nvPr>
        </p:nvSpPr>
        <p:spPr>
          <a:xfrm>
            <a:off x="6637950" y="1809750"/>
            <a:ext cx="10202400" cy="9525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4500"/>
              <a:buNone/>
              <a:defRPr sz="4800">
                <a:solidFill>
                  <a:srgbClr val="12183F"/>
                </a:solidFill>
                <a:latin typeface="The Year of The Camel"/>
                <a:ea typeface="The Year of The Camel"/>
                <a:cs typeface="The Year of The Camel"/>
              </a:defRPr>
            </a:pPr>
            <a:r>
              <a:rPr sz="4800" b="1">
                <a:solidFill>
                  <a:srgbClr val="12183F"/>
                </a:solidFill>
                <a:latin typeface="The Year of The Camel"/>
                <a:ea typeface="The Year of The Camel"/>
                <a:cs typeface="The Year of The Camel"/>
              </a:rPr>
              <a:t>شرح يناسب معرفة السائل</a:t>
            </a:r>
            <a:endParaRPr/>
          </a:p>
        </p:txBody>
      </p:sp>
      <p:sp>
        <p:nvSpPr>
          <p:cNvPr id="712" name="Google Shape;712;p20">
            <a:extLst>
              <a:ext uri="{FF2B5EF4-FFF2-40B4-BE49-F238E27FC236}">
                <ns3:creationId id="{1DD487DA-1931-4D89-9A27-4A0C46E9A5A7}"/>
              </a:ext>
            </a:extLst>
          </p:cNvPr>
          <p:cNvSpPr>
            <a:spLocks noGrp="1"/>
          </p:cNvSpPr>
          <p:nvPr>
            <p:ph type="body" idx="2"/>
          </p:nvPr>
        </p:nvSpPr>
        <p:spPr>
          <a:xfrm>
            <a:off x="1409700" y="2857500"/>
            <a:ext cx="15430500" cy="6858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2250"/>
              <a:buNone/>
              <a:defRPr sz="2700">
                <a:solidFill>
                  <a:srgbClr val="12183F"/>
                </a:solidFill>
                <a:latin typeface="IBM Plex Sans Arabic"/>
                <a:ea typeface="IBM Plex Sans Arabic"/>
                <a:cs typeface="IBM Plex Sans Arabic"/>
              </a:defRPr>
            </a:pPr>
            <a:r>
              <a:rPr sz="2700" b="0">
                <a:solidFill>
                  <a:srgbClr val="12183F"/>
                </a:solidFill>
                <a:latin typeface="IBM Plex Sans Arabic"/>
                <a:ea typeface="IBM Plex Sans Arabic"/>
                <a:cs typeface="IBM Plex Sans Arabic"/>
              </a:rPr>
              <a:t>يفهم بَيان المعرفة التي يكشفها السؤال، ثم يكيّف عمق الشرح</a:t>
            </a:r>
            <a:endParaRPr/>
          </a:p>
        </p:txBody>
      </p:sp>
      <p:pic>
        <p:nvPicPr>
          <p:cNvPr id="734" name="Google Shape;722;p20"/>
          <p:cNvPicPr>
            <a:picLocks noChangeAspect="1"/>
          </p:cNvPicPr>
          <p:nvPr/>
        </p:nvPicPr>
        <p:blipFill>
          <a:blip ns2:embed="R74223687df1a418a">
            <a:alphaModFix/>
          </a:blip>
          <a:stretch>
            <a:fillRect l="0" t="0" r="0" b="0"/>
          </a:stretch>
        </p:blipFill>
        <p:spPr>
          <a:xfrm>
            <a:off x="1015225" y="572270"/>
            <a:ext cx="3490299" cy="1109450"/>
          </a:xfrm>
          <a:prstGeom prst="rect">
            <a:avLst/>
          </a:prstGeom>
          <a:ln>
            <a:noFill/>
          </a:ln>
        </p:spPr>
      </p:pic>
      <p:sp>
        <p:nvSpPr>
          <p:cNvPr id="724" name="أعرف المعنى إجمالاً">
            <a:extLst>
              <a:ext uri="{FF2B5EF4-FFF2-40B4-BE49-F238E27FC236}">
                <ns3:creationId id="{3779D2D7-DADA-4833-A696-BF31B163450F}"/>
              </a:ext>
            </a:extLst>
          </p:cNvPr>
          <p:cNvSpPr>
            <a:spLocks noGrp="1"/>
          </p:cNvSpPr>
          <p:nvPr/>
        </p:nvSpPr>
        <p:spPr>
          <a:xfrm>
            <a:off x="1714500" y="3733800"/>
            <a:ext cx="7239000" cy="571500"/>
          </a:xfrm>
          <a:prstGeom prst="rect">
            <a:avLst/>
          </a:prstGeom>
          <a:noFill/>
          <a:ln w="0">
            <a:noFill/>
          </a:ln>
        </p:spPr>
        <p:txBody>
          <a:bodyPr anchor="ctr">
            <a:noAutofit/>
          </a:bodyPr>
          <a:lstStyle/>
          <a:p>
            <a:pPr algn="ctr" rtl="1">
              <a:defRPr sz="3000" b="1">
                <a:solidFill>
                  <a:srgbClr val="6150EA"/>
                </a:solidFill>
                <a:latin typeface="The Year of The Camel"/>
                <a:ea typeface="The Year of The Camel"/>
                <a:cs typeface="The Year of The Camel"/>
              </a:defRPr>
            </a:pPr>
            <a:r>
              <a:rPr sz="3000" b="1">
                <a:solidFill>
                  <a:srgbClr val="6150EA"/>
                </a:solidFill>
                <a:latin typeface="The Year of The Camel"/>
                <a:ea typeface="The Year of The Camel"/>
                <a:cs typeface="The Year of The Camel"/>
              </a:rPr>
              <a:t>أعرف المعنى إجمالاً</a:t>
            </a:r>
          </a:p>
        </p:txBody>
      </p:sp>
      <p:sp>
        <p:nvSpPr>
          <p:cNvPr id="725" name="أنا لا أعرف شيئاً عن الإسلام">
            <a:extLst>
              <a:ext uri="{FF2B5EF4-FFF2-40B4-BE49-F238E27FC236}">
                <ns3:creationId id="{1D2E3FFE-B213-4839-B916-BF505C7E83E3}"/>
              </a:ext>
            </a:extLst>
          </p:cNvPr>
          <p:cNvSpPr>
            <a:spLocks noGrp="1"/>
          </p:cNvSpPr>
          <p:nvPr/>
        </p:nvSpPr>
        <p:spPr>
          <a:xfrm>
            <a:off x="9429750" y="3733800"/>
            <a:ext cx="7239000" cy="571500"/>
          </a:xfrm>
          <a:prstGeom prst="rect">
            <a:avLst/>
          </a:prstGeom>
          <a:noFill/>
          <a:ln w="0">
            <a:noFill/>
          </a:ln>
        </p:spPr>
        <p:txBody>
          <a:bodyPr anchor="ctr">
            <a:noAutofit/>
          </a:bodyPr>
          <a:lstStyle/>
          <a:p>
            <a:pPr algn="ctr" rtl="1">
              <a:defRPr sz="3000" b="1">
                <a:solidFill>
                  <a:srgbClr val="6150EA"/>
                </a:solidFill>
                <a:latin typeface="The Year of The Camel"/>
                <a:ea typeface="The Year of The Camel"/>
                <a:cs typeface="The Year of The Camel"/>
              </a:defRPr>
            </a:pPr>
            <a:r>
              <a:rPr sz="3000" b="1">
                <a:solidFill>
                  <a:srgbClr val="6150EA"/>
                </a:solidFill>
                <a:latin typeface="The Year of The Camel"/>
                <a:ea typeface="The Year of The Camel"/>
                <a:cs typeface="The Year of The Camel"/>
              </a:rPr>
              <a:t>أنا لا أعرف شيئاً عن الإسلام</a:t>
            </a:r>
          </a:p>
        </p:txBody>
      </p:sp>
      <p:pic>
        <p:nvPicPr>
          <p:cNvPr id="737" name="" descr="Actual Bayan website, original screenshot: knowledge-experienced-website.jpg"/>
          <p:cNvPicPr>
            <a:picLocks noChangeAspect="1"/>
          </p:cNvPicPr>
          <p:nvPr/>
        </p:nvPicPr>
        <p:blipFill>
          <a:blip ns2:embed="R0d122b467d29447f"/>
          <a:srcRect l="27300" t="2500" r="27300" b="53000"/>
          <a:stretch>
            <a:fillRect/>
          </a:stretch>
        </p:blipFill>
        <p:spPr>
          <a:xfrm>
            <a:off x="1816272" y="4457700"/>
            <a:ext cx="7083080" cy="3905250"/>
          </a:xfrm>
          <a:prstGeom prst="rect">
            <a:avLst/>
          </a:prstGeom>
        </p:spPr>
      </p:pic>
      <p:pic>
        <p:nvPicPr>
          <p:cNvPr id="738" name="" descr="Actual Bayan website, original screenshot: knowledge-beginner-website.jpg"/>
          <p:cNvPicPr>
            <a:picLocks noChangeAspect="1"/>
          </p:cNvPicPr>
          <p:nvPr/>
        </p:nvPicPr>
        <p:blipFill>
          <a:blip ns2:embed="Rfdf84ee0cea04253"/>
          <a:srcRect l="27300" t="7300" r="27300" b="56000"/>
          <a:stretch>
            <a:fillRect/>
          </a:stretch>
        </p:blipFill>
        <p:spPr>
          <a:xfrm>
            <a:off x="9429750" y="4688715"/>
            <a:ext cx="7572375" cy="3443221"/>
          </a:xfrm>
          <a:prstGeom prst="rect">
            <a:avLst/>
          </a:prstGeom>
        </p:spPr>
      </p:pic>
      <p:sp>
        <p:nvSpPr>
          <p:cNvPr id="728" name="شرح أقسام التوحيد الثلاثة">
            <a:extLst>
              <a:ext uri="{FF2B5EF4-FFF2-40B4-BE49-F238E27FC236}">
                <ns3:creationId id="{41EF9D43-FB51-4989-A8A4-10839F5CAB5C}"/>
              </a:ext>
            </a:extLst>
          </p:cNvPr>
          <p:cNvSpPr>
            <a:spLocks noGrp="1"/>
          </p:cNvSpPr>
          <p:nvPr/>
        </p:nvSpPr>
        <p:spPr>
          <a:xfrm>
            <a:off x="1714500" y="8572500"/>
            <a:ext cx="7239000" cy="619125"/>
          </a:xfrm>
          <a:prstGeom prst="rect">
            <a:avLst/>
          </a:prstGeom>
          <a:noFill/>
          <a:ln w="0">
            <a:noFill/>
          </a:ln>
        </p:spPr>
        <p:txBody>
          <a:bodyPr anchor="ctr">
            <a:noAutofit/>
          </a:bodyPr>
          <a:lstStyle/>
          <a:p>
            <a:pPr algn="ctr" rtl="1">
              <a:defRPr sz="2700" b="0">
                <a:solidFill>
                  <a:srgbClr val="12183F"/>
                </a:solidFill>
                <a:latin typeface="IBM Plex Sans Arabic"/>
                <a:ea typeface="IBM Plex Sans Arabic"/>
                <a:cs typeface="IBM Plex Sans Arabic"/>
              </a:defRPr>
            </a:pPr>
            <a:r>
              <a:rPr sz="2700" b="0">
                <a:solidFill>
                  <a:srgbClr val="12183F"/>
                </a:solidFill>
                <a:latin typeface="IBM Plex Sans Arabic"/>
                <a:ea typeface="IBM Plex Sans Arabic"/>
                <a:cs typeface="IBM Plex Sans Arabic"/>
              </a:rPr>
              <a:t>شرح أقسام التوحيد الثلاثة</a:t>
            </a:r>
          </a:p>
        </p:txBody>
      </p:sp>
      <p:sp>
        <p:nvSpPr>
          <p:cNvPr id="729" name="المعنى الأساسي قبل التفاصيل">
            <a:extLst>
              <a:ext uri="{FF2B5EF4-FFF2-40B4-BE49-F238E27FC236}">
                <ns3:creationId id="{952380A9-2EB6-4736-A893-79E69ED78894}"/>
              </a:ext>
            </a:extLst>
          </p:cNvPr>
          <p:cNvSpPr>
            <a:spLocks noGrp="1"/>
          </p:cNvSpPr>
          <p:nvPr/>
        </p:nvSpPr>
        <p:spPr>
          <a:xfrm>
            <a:off x="9429750" y="8572500"/>
            <a:ext cx="7239000" cy="619125"/>
          </a:xfrm>
          <a:prstGeom prst="rect">
            <a:avLst/>
          </a:prstGeom>
          <a:noFill/>
          <a:ln w="0">
            <a:noFill/>
          </a:ln>
        </p:spPr>
        <p:txBody>
          <a:bodyPr anchor="ctr">
            <a:noAutofit/>
          </a:bodyPr>
          <a:lstStyle/>
          <a:p>
            <a:pPr algn="ctr" rtl="1">
              <a:defRPr sz="2700" b="0">
                <a:solidFill>
                  <a:srgbClr val="12183F"/>
                </a:solidFill>
                <a:latin typeface="IBM Plex Sans Arabic"/>
                <a:ea typeface="IBM Plex Sans Arabic"/>
                <a:cs typeface="IBM Plex Sans Arabic"/>
              </a:defRPr>
            </a:pPr>
            <a:r>
              <a:rPr sz="2700" b="0">
                <a:solidFill>
                  <a:srgbClr val="12183F"/>
                </a:solidFill>
                <a:latin typeface="IBM Plex Sans Arabic"/>
                <a:ea typeface="IBM Plex Sans Arabic"/>
                <a:cs typeface="IBM Plex Sans Arabic"/>
              </a:rPr>
              <a:t>المعنى الأساسي قبل التفاصيل</a:t>
            </a:r>
          </a:p>
        </p:txBody>
      </p:sp>
    </p:spTree>
    <p:extLst>
      <p:ext uri="{BB962C8B-B14F-4D97-AF65-F5344CB8AC3E}">
        <ns4:creationId val="908072686"/>
      </p:ext>
    </p:extLst>
  </p:cSld>
</p:sld>
</file>

<file path=ppt/slides/slide5.xml><?xml version="1.0" encoding="utf-8"?>
<p:sld xmlns:a="http://schemas.openxmlformats.org/drawingml/2006/main" xmlns:ns2="http://schemas.openxmlformats.org/officeDocument/2006/relationships" xmlns:ns3="http://schemas.microsoft.com/office/drawing/2014/main" xmlns:ns4="http://schemas.microsoft.com/office/powerpoint/2010/main" xmlns:p="http://schemas.openxmlformats.org/presentationml/2006/main">
  <p:cSld>
    <p:spTree>
      <p:nvGrpSpPr>
        <p:cNvPr id="1" name=""/>
        <p:cNvGrpSpPr/>
        <p:nvPr/>
      </p:nvGrpSpPr>
      <p:grpSpPr>
        <a:xfrm/>
      </p:grpSpPr>
      <p:pic>
        <p:nvPicPr>
          <p:cNvPr id="909" name="Google Shape;899;p29"/>
          <p:cNvPicPr>
            <a:picLocks noChangeAspect="1"/>
          </p:cNvPicPr>
          <p:nvPr/>
        </p:nvPicPr>
        <p:blipFill>
          <a:blip ns2:embed="Ra7dbb25470344fc0">
            <a:alphaModFix/>
          </a:blip>
          <a:stretch>
            <a:fillRect l="0" t="0" r="0" b="0"/>
          </a:stretch>
        </p:blipFill>
        <p:spPr>
          <a:xfrm>
            <a:off x="0" y="0"/>
            <a:ext cx="18288000" cy="10287000"/>
          </a:xfrm>
          <a:prstGeom prst="rect">
            <a:avLst/>
          </a:prstGeom>
          <a:ln>
            <a:noFill/>
          </a:ln>
        </p:spPr>
      </p:pic>
      <p:pic>
        <p:nvPicPr>
          <p:cNvPr id="910" name="Google Shape;900;p29"/>
          <p:cNvPicPr>
            <a:picLocks noChangeAspect="1"/>
          </p:cNvPicPr>
          <p:nvPr/>
        </p:nvPicPr>
        <p:blipFill rotWithShape="1">
          <a:blip ns2:embed="Re336b85a167d420e">
            <a:alphaModFix/>
          </a:blip>
          <a:srcRect l="0" t="0" r="0" b="0"/>
          <a:stretch/>
        </p:blipFill>
        <p:spPr>
          <a:xfrm>
            <a:off x="1066800" y="693967"/>
            <a:ext cx="3429002" cy="879015"/>
          </a:xfrm>
          <a:prstGeom prst="rect">
            <a:avLst/>
          </a:prstGeom>
          <a:ln>
            <a:noFill/>
          </a:ln>
        </p:spPr>
      </p:pic>
      <p:sp>
        <p:nvSpPr>
          <p:cNvPr id="901" name="المعنى محفوظ، والشرح يتكيّف مع الجمهور">
            <a:extLst>
              <a:ext uri="{FF2B5EF4-FFF2-40B4-BE49-F238E27FC236}">
                <ns3:creationId id="{B7E69ADD-285F-421F-B1E0-FD6B220EBAED}"/>
              </a:ext>
            </a:extLst>
          </p:cNvPr>
          <p:cNvSpPr>
            <a:spLocks noGrp="1"/>
          </p:cNvSpPr>
          <p:nvPr/>
        </p:nvSpPr>
        <p:spPr>
          <a:xfrm>
            <a:off x="1524000" y="1657350"/>
            <a:ext cx="15240000" cy="1000125"/>
          </a:xfrm>
          <a:prstGeom prst="rect">
            <a:avLst/>
          </a:prstGeom>
          <a:noFill/>
          <a:ln w="0">
            <a:noFill/>
          </a:ln>
        </p:spPr>
        <p:txBody>
          <a:bodyPr anchor="ctr">
            <a:noAutofit/>
          </a:bodyPr>
          <a:lstStyle/>
          <a:p>
            <a:pPr algn="r" rtl="1">
              <a:defRPr sz="4800" b="1">
                <a:solidFill>
                  <a:srgbClr val="F2F4FF"/>
                </a:solidFill>
                <a:latin typeface="The Year of The Camel"/>
                <a:ea typeface="The Year of The Camel"/>
                <a:cs typeface="The Year of The Camel"/>
              </a:defRPr>
            </a:pPr>
            <a:r>
              <a:rPr sz="4800" b="1">
                <a:solidFill>
                  <a:srgbClr val="F2F4FF"/>
                </a:solidFill>
                <a:latin typeface="The Year of The Camel"/>
                <a:ea typeface="The Year of The Camel"/>
                <a:cs typeface="The Year of The Camel"/>
              </a:rPr>
              <a:t>المعنى محفوظ، والشرح يتكيّف مع الجمهور</a:t>
            </a:r>
          </a:p>
        </p:txBody>
      </p:sp>
      <p:sp>
        <p:nvSpPr>
          <p:cNvPr id="902" name="السؤال نفسه: ما معنى الدعوة؟ وهل تعني إج">
            <a:extLst>
              <a:ext uri="{FF2B5EF4-FFF2-40B4-BE49-F238E27FC236}">
                <ns3:creationId id="{842FEEA2-598F-4F99-BDA7-6B6ABBAE96CD}"/>
              </a:ext>
            </a:extLst>
          </p:cNvPr>
          <p:cNvSpPr>
            <a:spLocks noGrp="1"/>
          </p:cNvSpPr>
          <p:nvPr/>
        </p:nvSpPr>
        <p:spPr>
          <a:xfrm>
            <a:off x="1524000" y="2809875"/>
            <a:ext cx="15240000" cy="647700"/>
          </a:xfrm>
          <a:prstGeom prst="rect">
            <a:avLst/>
          </a:prstGeom>
          <a:noFill/>
          <a:ln w="0">
            <a:noFill/>
          </a:ln>
        </p:spPr>
        <p:txBody>
          <a:bodyPr anchor="ctr">
            <a:noAutofit/>
          </a:bodyPr>
          <a:lstStyle/>
          <a:p>
            <a:pPr algn="r" rtl="1">
              <a:defRPr sz="2700" b="0">
                <a:solidFill>
                  <a:srgbClr val="C7CDED"/>
                </a:solidFill>
                <a:latin typeface="IBM Plex Sans Arabic"/>
                <a:ea typeface="IBM Plex Sans Arabic"/>
                <a:cs typeface="IBM Plex Sans Arabic"/>
              </a:defRPr>
            </a:pPr>
            <a:r>
              <a:rPr sz="2700" b="0">
                <a:solidFill>
                  <a:srgbClr val="C7CDED"/>
                </a:solidFill>
                <a:latin typeface="IBM Plex Sans Arabic"/>
                <a:ea typeface="IBM Plex Sans Arabic"/>
                <a:cs typeface="IBM Plex Sans Arabic"/>
              </a:rPr>
              <a:t>السؤال نفسه: ما معنى الدعوة؟ وهل تعني إجبار الآخرين؟</a:t>
            </a:r>
          </a:p>
        </p:txBody>
      </p:sp>
      <p:sp>
        <p:nvSpPr>
          <p:cNvPr id="903" name="جمهور غربي">
            <a:extLst>
              <a:ext uri="{FF2B5EF4-FFF2-40B4-BE49-F238E27FC236}">
                <ns3:creationId id="{F565B54C-1D14-4BF2-8D00-F55974032435}"/>
              </a:ext>
            </a:extLst>
          </p:cNvPr>
          <p:cNvSpPr>
            <a:spLocks noGrp="1"/>
          </p:cNvSpPr>
          <p:nvPr/>
        </p:nvSpPr>
        <p:spPr>
          <a:xfrm>
            <a:off x="1714500" y="3733800"/>
            <a:ext cx="7239000" cy="571500"/>
          </a:xfrm>
          <a:prstGeom prst="rect">
            <a:avLst/>
          </a:prstGeom>
          <a:noFill/>
          <a:ln w="0">
            <a:noFill/>
          </a:ln>
        </p:spPr>
        <p:txBody>
          <a:bodyPr anchor="ctr">
            <a:noAutofit/>
          </a:bodyPr>
          <a:lstStyle/>
          <a:p>
            <a:pPr algn="ctr" rtl="1">
              <a:defRPr sz="3000" b="1">
                <a:solidFill>
                  <a:srgbClr val="2EF2C2"/>
                </a:solidFill>
                <a:latin typeface="The Year of The Camel"/>
                <a:ea typeface="The Year of The Camel"/>
                <a:cs typeface="The Year of The Camel"/>
              </a:defRPr>
            </a:pPr>
            <a:r>
              <a:rPr sz="3000" b="1">
                <a:solidFill>
                  <a:srgbClr val="2EF2C2"/>
                </a:solidFill>
                <a:latin typeface="The Year of The Camel"/>
                <a:ea typeface="The Year of The Camel"/>
                <a:cs typeface="The Year of The Camel"/>
              </a:rPr>
              <a:t>جمهور غربي</a:t>
            </a:r>
          </a:p>
        </p:txBody>
      </p:sp>
      <p:sp>
        <p:nvSpPr>
          <p:cNvPr id="904" name="جمهور عام">
            <a:extLst>
              <a:ext uri="{FF2B5EF4-FFF2-40B4-BE49-F238E27FC236}">
                <ns3:creationId id="{E28BB4A0-0FB3-4125-B26F-18F39B5FE728}"/>
              </a:ext>
            </a:extLst>
          </p:cNvPr>
          <p:cNvSpPr>
            <a:spLocks noGrp="1"/>
          </p:cNvSpPr>
          <p:nvPr/>
        </p:nvSpPr>
        <p:spPr>
          <a:xfrm>
            <a:off x="9429750" y="3733800"/>
            <a:ext cx="7239000" cy="571500"/>
          </a:xfrm>
          <a:prstGeom prst="rect">
            <a:avLst/>
          </a:prstGeom>
          <a:noFill/>
          <a:ln w="0">
            <a:noFill/>
          </a:ln>
        </p:spPr>
        <p:txBody>
          <a:bodyPr anchor="ctr">
            <a:noAutofit/>
          </a:bodyPr>
          <a:lstStyle/>
          <a:p>
            <a:pPr algn="ctr" rtl="1">
              <a:defRPr sz="3000" b="1">
                <a:solidFill>
                  <a:srgbClr val="2EF2C2"/>
                </a:solidFill>
                <a:latin typeface="The Year of The Camel"/>
                <a:ea typeface="The Year of The Camel"/>
                <a:cs typeface="The Year of The Camel"/>
              </a:defRPr>
            </a:pPr>
            <a:r>
              <a:rPr sz="3000" b="1">
                <a:solidFill>
                  <a:srgbClr val="2EF2C2"/>
                </a:solidFill>
                <a:latin typeface="The Year of The Camel"/>
                <a:ea typeface="The Year of The Camel"/>
                <a:cs typeface="The Year of The Camel"/>
              </a:rPr>
              <a:t>جمهور عام</a:t>
            </a:r>
          </a:p>
        </p:txBody>
      </p:sp>
      <p:pic>
        <p:nvPicPr>
          <p:cNvPr id="915" name="" descr="Actual Bayan website, original screenshot: localization-western-website.jpg"/>
          <p:cNvPicPr>
            <a:picLocks noChangeAspect="1"/>
          </p:cNvPicPr>
          <p:nvPr/>
        </p:nvPicPr>
        <p:blipFill>
          <a:blip ns2:embed="Rc9390992eaed47cd"/>
          <a:srcRect l="30700" t="13200" r="31000" b="23500"/>
          <a:stretch>
            <a:fillRect/>
          </a:stretch>
        </p:blipFill>
        <p:spPr>
          <a:xfrm>
            <a:off x="3205861" y="4476750"/>
            <a:ext cx="4303902" cy="4000500"/>
          </a:xfrm>
          <a:prstGeom prst="rect">
            <a:avLst/>
          </a:prstGeom>
        </p:spPr>
      </p:pic>
      <p:pic>
        <p:nvPicPr>
          <p:cNvPr id="916" name="" descr="Actual Bayan website, original screenshot: localization-general-website.jpg"/>
          <p:cNvPicPr>
            <a:picLocks noChangeAspect="1"/>
          </p:cNvPicPr>
          <p:nvPr/>
        </p:nvPicPr>
        <p:blipFill>
          <a:blip ns2:embed="Rf655c4eeac3a4b3a"/>
          <a:srcRect l="30700" t="13200" r="31000" b="23500"/>
          <a:stretch>
            <a:fillRect/>
          </a:stretch>
        </p:blipFill>
        <p:spPr>
          <a:xfrm>
            <a:off x="11063986" y="4476750"/>
            <a:ext cx="4303902" cy="4000500"/>
          </a:xfrm>
          <a:prstGeom prst="rect">
            <a:avLst/>
          </a:prstGeom>
        </p:spPr>
      </p:pic>
      <p:sp>
        <p:nvSpPr>
          <p:cNvPr id="907" name="يبدأ بمعنى الكلمة، ثم يوضح نفي الإكراه">
            <a:extLst>
              <a:ext uri="{FF2B5EF4-FFF2-40B4-BE49-F238E27FC236}">
                <ns3:creationId id="{B9D06098-4F7C-4C51-852F-76631AC4124B}"/>
              </a:ext>
            </a:extLst>
          </p:cNvPr>
          <p:cNvSpPr>
            <a:spLocks noGrp="1"/>
          </p:cNvSpPr>
          <p:nvPr/>
        </p:nvSpPr>
        <p:spPr>
          <a:xfrm>
            <a:off x="1714500" y="8429625"/>
            <a:ext cx="7239000" cy="762000"/>
          </a:xfrm>
          <a:prstGeom prst="rect">
            <a:avLst/>
          </a:prstGeom>
          <a:noFill/>
          <a:ln w="0">
            <a:noFill/>
          </a:ln>
        </p:spPr>
        <p:txBody>
          <a:bodyPr anchor="ctr">
            <a:noAutofit/>
          </a:bodyPr>
          <a:lstStyle/>
          <a:p>
            <a:pPr algn="ctr" rtl="1">
              <a:defRPr sz="2475" b="0">
                <a:solidFill>
                  <a:srgbClr val="F2F4FF"/>
                </a:solidFill>
                <a:latin typeface="IBM Plex Sans Arabic"/>
                <a:ea typeface="IBM Plex Sans Arabic"/>
                <a:cs typeface="IBM Plex Sans Arabic"/>
              </a:defRPr>
            </a:pPr>
            <a:r>
              <a:rPr sz="2475" b="0">
                <a:solidFill>
                  <a:srgbClr val="F2F4FF"/>
                </a:solidFill>
                <a:latin typeface="IBM Plex Sans Arabic"/>
                <a:ea typeface="IBM Plex Sans Arabic"/>
                <a:cs typeface="IBM Plex Sans Arabic"/>
              </a:rPr>
              <a:t>يبدأ بمعنى الكلمة، ثم يوضح نفي الإكراه</a:t>
            </a:r>
          </a:p>
        </p:txBody>
      </p:sp>
      <p:sp>
        <p:nvSpPr>
          <p:cNvPr id="908" name="يبدأ بالمعنى الشرعي، ثم يوضح نفي الإكراه">
            <a:extLst>
              <a:ext uri="{FF2B5EF4-FFF2-40B4-BE49-F238E27FC236}">
                <ns3:creationId id="{E8A90877-85DA-4D32-839F-F205A6673F9A}"/>
              </a:ext>
            </a:extLst>
          </p:cNvPr>
          <p:cNvSpPr>
            <a:spLocks noGrp="1"/>
          </p:cNvSpPr>
          <p:nvPr/>
        </p:nvSpPr>
        <p:spPr>
          <a:xfrm>
            <a:off x="9429750" y="8429625"/>
            <a:ext cx="7239000" cy="762000"/>
          </a:xfrm>
          <a:prstGeom prst="rect">
            <a:avLst/>
          </a:prstGeom>
          <a:noFill/>
          <a:ln w="0">
            <a:noFill/>
          </a:ln>
        </p:spPr>
        <p:txBody>
          <a:bodyPr anchor="ctr">
            <a:noAutofit/>
          </a:bodyPr>
          <a:lstStyle/>
          <a:p>
            <a:pPr algn="ctr" rtl="1">
              <a:defRPr sz="2475" b="0">
                <a:solidFill>
                  <a:srgbClr val="F2F4FF"/>
                </a:solidFill>
                <a:latin typeface="IBM Plex Sans Arabic"/>
                <a:ea typeface="IBM Plex Sans Arabic"/>
                <a:cs typeface="IBM Plex Sans Arabic"/>
              </a:defRPr>
            </a:pPr>
            <a:r>
              <a:rPr sz="2475" b="0">
                <a:solidFill>
                  <a:srgbClr val="F2F4FF"/>
                </a:solidFill>
                <a:latin typeface="IBM Plex Sans Arabic"/>
                <a:ea typeface="IBM Plex Sans Arabic"/>
                <a:cs typeface="IBM Plex Sans Arabic"/>
              </a:rPr>
              <a:t>يبدأ بالمعنى الشرعي، ثم يوضح نفي الإكراه</a:t>
            </a:r>
          </a:p>
        </p:txBody>
      </p:sp>
    </p:spTree>
    <p:extLst>
      <p:ext uri="{BB962C8B-B14F-4D97-AF65-F5344CB8AC3E}">
        <ns4:creationId val="407591578"/>
      </p:ext>
    </p:extLst>
  </p:cSld>
</p:sld>
</file>

<file path=ppt/slides/slide6.xml><?xml version="1.0" encoding="utf-8"?>
<p:sld xmlns:a="http://schemas.openxmlformats.org/drawingml/2006/main" xmlns:ns2="http://schemas.openxmlformats.org/officeDocument/2006/relationships" xmlns:ns3="http://schemas.microsoft.com/office/drawing/2014/main" xmlns:ns4="http://schemas.microsoft.com/office/powerpoint/2010/main" xmlns:p="http://schemas.openxmlformats.org/presentationml/2006/main">
  <p:cSld>
    <p:spTree>
      <p:nvGrpSpPr>
        <p:cNvPr id="1" name=""/>
        <p:cNvGrpSpPr/>
        <p:nvPr/>
      </p:nvGrpSpPr>
      <p:grpSpPr>
        <a:xfrm/>
      </p:grpSpPr>
      <p:pic>
        <p:nvPicPr>
          <p:cNvPr id="743" name="Google Shape;728;p21"/>
          <p:cNvPicPr>
            <a:picLocks noChangeAspect="1"/>
          </p:cNvPicPr>
          <p:nvPr/>
        </p:nvPicPr>
        <p:blipFill>
          <a:blip ns2:embed="R1530c8022aa34c01">
            <a:alphaModFix/>
          </a:blip>
          <a:stretch>
            <a:fillRect l="0" t="0" r="0" b="0"/>
          </a:stretch>
        </p:blipFill>
        <p:spPr>
          <a:xfrm>
            <a:off x="0" y="0"/>
            <a:ext cx="18288000" cy="10287000"/>
          </a:xfrm>
          <a:prstGeom prst="rect">
            <a:avLst/>
          </a:prstGeom>
          <a:ln>
            <a:noFill/>
          </a:ln>
        </p:spPr>
      </p:pic>
      <p:pic>
        <p:nvPicPr>
          <p:cNvPr id="744" name="Google Shape;729;p21"/>
          <p:cNvPicPr>
            <a:picLocks noChangeAspect="1"/>
          </p:cNvPicPr>
          <p:nvPr/>
        </p:nvPicPr>
        <p:blipFill>
          <a:blip ns2:embed="R087f73cdb191452f">
            <a:alphaModFix/>
          </a:blip>
          <a:stretch>
            <a:fillRect l="0" t="0" r="0" b="0"/>
          </a:stretch>
        </p:blipFill>
        <p:spPr>
          <a:xfrm>
            <a:off x="1015225" y="572270"/>
            <a:ext cx="3490299" cy="1109450"/>
          </a:xfrm>
          <a:prstGeom prst="rect">
            <a:avLst/>
          </a:prstGeom>
          <a:ln>
            <a:noFill/>
          </a:ln>
        </p:spPr>
      </p:pic>
      <p:sp>
        <p:nvSpPr>
          <p:cNvPr id="732" name="Google Shape;732;p21">
            <a:extLst>
              <a:ext uri="{FF2B5EF4-FFF2-40B4-BE49-F238E27FC236}">
                <ns3:creationId id="{DF5917C9-7D5B-4EB8-8F53-6DBA3E3AE180}"/>
              </a:ext>
            </a:extLst>
          </p:cNvPr>
          <p:cNvSpPr>
            <a:spLocks noGrp="1"/>
          </p:cNvSpPr>
          <p:nvPr>
            <p:ph type="body" idx="1"/>
          </p:nvPr>
        </p:nvSpPr>
        <p:spPr>
          <a:xfrm>
            <a:off x="10363200" y="1028700"/>
            <a:ext cx="6477000" cy="4191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1800"/>
              <a:buNone/>
              <a:defRPr sz="2100">
                <a:solidFill>
                  <a:srgbClr val="6150EA"/>
                </a:solidFill>
                <a:latin typeface="IBM Plex Sans Arabic"/>
                <a:ea typeface="IBM Plex Sans Arabic"/>
                <a:cs typeface="IBM Plex Sans Arabic"/>
              </a:defRPr>
            </a:pPr>
            <a:r>
              <a:rPr sz="2100" b="0">
                <a:solidFill>
                  <a:srgbClr val="6150EA"/>
                </a:solidFill>
                <a:latin typeface="IBM Plex Sans Arabic"/>
                <a:ea typeface="IBM Plex Sans Arabic"/>
                <a:cs typeface="IBM Plex Sans Arabic"/>
              </a:rPr>
              <a:t>تجربة فعلية</a:t>
            </a:r>
            <a:endParaRPr/>
          </a:p>
        </p:txBody>
      </p:sp>
      <p:sp>
        <p:nvSpPr>
          <p:cNvPr id="733" name="Google Shape;733;p21">
            <a:extLst>
              <a:ext uri="{FF2B5EF4-FFF2-40B4-BE49-F238E27FC236}">
                <ns3:creationId id="{63CEF529-2002-4404-A262-58F127A2CF5C}"/>
              </a:ext>
            </a:extLst>
          </p:cNvPr>
          <p:cNvSpPr>
            <a:spLocks noGrp="1"/>
          </p:cNvSpPr>
          <p:nvPr>
            <p:ph type="title" idx="0"/>
          </p:nvPr>
        </p:nvSpPr>
        <p:spPr>
          <a:xfrm>
            <a:off x="1409700" y="1809750"/>
            <a:ext cx="15430500" cy="9525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4500"/>
              <a:buNone/>
              <a:defRPr sz="4800">
                <a:solidFill>
                  <a:srgbClr val="12183F"/>
                </a:solidFill>
                <a:latin typeface="The Year of The Camel"/>
                <a:ea typeface="The Year of The Camel"/>
                <a:cs typeface="The Year of The Camel"/>
              </a:defRPr>
            </a:pPr>
            <a:r>
              <a:rPr sz="4800" b="1">
                <a:solidFill>
                  <a:srgbClr val="12183F"/>
                </a:solidFill>
                <a:latin typeface="The Year of The Camel"/>
                <a:ea typeface="The Year of The Camel"/>
                <a:cs typeface="The Year of The Camel"/>
              </a:rPr>
              <a:t>سؤال بالعربية، وإجابة بلغتين</a:t>
            </a:r>
            <a:endParaRPr/>
          </a:p>
        </p:txBody>
      </p:sp>
      <p:sp>
        <p:nvSpPr>
          <p:cNvPr id="734" name="Google Shape;734;p21">
            <a:extLst>
              <a:ext uri="{FF2B5EF4-FFF2-40B4-BE49-F238E27FC236}">
                <ns3:creationId id="{11F09C3A-2F11-4298-BEB8-FB4A4897194D}"/>
              </a:ext>
            </a:extLst>
          </p:cNvPr>
          <p:cNvSpPr>
            <a:spLocks noGrp="1"/>
          </p:cNvSpPr>
          <p:nvPr>
            <p:ph type="body" idx="2"/>
          </p:nvPr>
        </p:nvSpPr>
        <p:spPr>
          <a:xfrm>
            <a:off x="1409700" y="2857500"/>
            <a:ext cx="15430500" cy="6858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2250"/>
              <a:buNone/>
              <a:defRPr sz="2700">
                <a:solidFill>
                  <a:srgbClr val="12183F"/>
                </a:solidFill>
                <a:latin typeface="IBM Plex Sans Arabic"/>
                <a:ea typeface="IBM Plex Sans Arabic"/>
                <a:cs typeface="IBM Plex Sans Arabic"/>
              </a:defRPr>
            </a:pPr>
            <a:r>
              <a:rPr sz="2700" b="0">
                <a:solidFill>
                  <a:srgbClr val="12183F"/>
                </a:solidFill>
                <a:latin typeface="IBM Plex Sans Arabic"/>
                <a:ea typeface="IBM Plex Sans Arabic"/>
                <a:cs typeface="IBM Plex Sans Arabic"/>
              </a:rPr>
              <a:t>شرح إنجليزي مع نسخة عربية ونصوص المصادر المنشورة</a:t>
            </a:r>
            <a:endParaRPr/>
          </a:p>
        </p:txBody>
      </p:sp>
      <p:sp>
        <p:nvSpPr>
          <p:cNvPr id="738" name="النسخة العربية">
            <a:extLst>
              <a:ext uri="{FF2B5EF4-FFF2-40B4-BE49-F238E27FC236}">
                <ns3:creationId id="{E29D2F9E-C36A-4DB3-9A41-DE61BDABB6C6}"/>
              </a:ext>
            </a:extLst>
          </p:cNvPr>
          <p:cNvSpPr>
            <a:spLocks noGrp="1"/>
          </p:cNvSpPr>
          <p:nvPr/>
        </p:nvSpPr>
        <p:spPr>
          <a:xfrm>
            <a:off x="1714500" y="3714750"/>
            <a:ext cx="7239000" cy="571500"/>
          </a:xfrm>
          <a:prstGeom prst="rect">
            <a:avLst/>
          </a:prstGeom>
          <a:noFill/>
          <a:ln w="0">
            <a:noFill/>
          </a:ln>
        </p:spPr>
        <p:txBody>
          <a:bodyPr anchor="ctr">
            <a:noAutofit/>
          </a:bodyPr>
          <a:lstStyle/>
          <a:p>
            <a:pPr algn="ctr" rtl="1">
              <a:defRPr sz="3000" b="1">
                <a:solidFill>
                  <a:srgbClr val="6150EA"/>
                </a:solidFill>
                <a:latin typeface="The Year of The Camel"/>
                <a:ea typeface="The Year of The Camel"/>
                <a:cs typeface="The Year of The Camel"/>
              </a:defRPr>
            </a:pPr>
            <a:r>
              <a:rPr sz="3000" b="1">
                <a:solidFill>
                  <a:srgbClr val="6150EA"/>
                </a:solidFill>
                <a:latin typeface="The Year of The Camel"/>
                <a:ea typeface="The Year of The Camel"/>
                <a:cs typeface="The Year of The Camel"/>
              </a:rPr>
              <a:t>النسخة العربية</a:t>
            </a:r>
          </a:p>
        </p:txBody>
      </p:sp>
      <p:sp>
        <p:nvSpPr>
          <p:cNvPr id="739" name="English explanation">
            <a:extLst>
              <a:ext uri="{FF2B5EF4-FFF2-40B4-BE49-F238E27FC236}">
                <ns3:creationId id="{81B6636C-E609-4E73-8AEC-41B8B48E77B0}"/>
              </a:ext>
            </a:extLst>
          </p:cNvPr>
          <p:cNvSpPr>
            <a:spLocks noGrp="1"/>
          </p:cNvSpPr>
          <p:nvPr/>
        </p:nvSpPr>
        <p:spPr>
          <a:xfrm>
            <a:off x="9429750" y="3714750"/>
            <a:ext cx="7239000" cy="571500"/>
          </a:xfrm>
          <a:prstGeom prst="rect">
            <a:avLst/>
          </a:prstGeom>
          <a:noFill/>
          <a:ln w="0">
            <a:noFill/>
          </a:ln>
        </p:spPr>
        <p:txBody>
          <a:bodyPr anchor="ctr">
            <a:noAutofit/>
          </a:bodyPr>
          <a:lstStyle/>
          <a:p>
            <a:pPr algn="ctr">
              <a:defRPr sz="3000" b="1">
                <a:solidFill>
                  <a:srgbClr val="6150EA"/>
                </a:solidFill>
                <a:latin typeface="IBM Plex Sans Arabic"/>
                <a:ea typeface="IBM Plex Sans Arabic"/>
                <a:cs typeface="IBM Plex Sans Arabic"/>
              </a:defRPr>
            </a:pPr>
            <a:r>
              <a:rPr sz="3000" b="1">
                <a:solidFill>
                  <a:srgbClr val="6150EA"/>
                </a:solidFill>
                <a:latin typeface="IBM Plex Sans Arabic"/>
                <a:ea typeface="IBM Plex Sans Arabic"/>
                <a:cs typeface="IBM Plex Sans Arabic"/>
              </a:rPr>
              <a:t>English explanation</a:t>
            </a:r>
          </a:p>
        </p:txBody>
      </p:sp>
      <p:pic>
        <p:nvPicPr>
          <p:cNvPr id="750" name="" descr="Actual Bayan website, original screenshot: multilingual-arabic-website.jpg"/>
          <p:cNvPicPr>
            <a:picLocks noChangeAspect="1"/>
          </p:cNvPicPr>
          <p:nvPr/>
        </p:nvPicPr>
        <p:blipFill>
          <a:blip ns2:embed="R9bde21a21f6b484c"/>
          <a:srcRect l="29000" t="52600" r="29000" b="9300"/>
          <a:stretch>
            <a:fillRect/>
          </a:stretch>
        </p:blipFill>
        <p:spPr>
          <a:xfrm>
            <a:off x="1571625" y="4592655"/>
            <a:ext cx="7572375" cy="3863940"/>
          </a:xfrm>
          <a:prstGeom prst="rect">
            <a:avLst/>
          </a:prstGeom>
        </p:spPr>
      </p:pic>
      <p:pic>
        <p:nvPicPr>
          <p:cNvPr id="751" name="" descr="Actual Bayan website, original screenshot: multilingual-website.jpg"/>
          <p:cNvPicPr>
            <a:picLocks noChangeAspect="1"/>
          </p:cNvPicPr>
          <p:nvPr/>
        </p:nvPicPr>
        <p:blipFill>
          <a:blip ns2:embed="R75c10c2108754e04"/>
          <a:srcRect l="27500" t="2500" r="27500" b="53000"/>
          <a:stretch>
            <a:fillRect/>
          </a:stretch>
        </p:blipFill>
        <p:spPr>
          <a:xfrm>
            <a:off x="9534364" y="4476750"/>
            <a:ext cx="7363146" cy="4095750"/>
          </a:xfrm>
          <a:prstGeom prst="rect">
            <a:avLst/>
          </a:prstGeom>
        </p:spPr>
      </p:pic>
      <p:sp>
        <p:nvSpPr>
          <p:cNvPr id="742" name="نصوص القرآن من المصدر وترجمته المنشورة">
            <a:extLst>
              <a:ext uri="{FF2B5EF4-FFF2-40B4-BE49-F238E27FC236}">
                <ns3:creationId id="{CEE8811F-DD41-420E-AB1A-756519BA5D45}"/>
              </a:ext>
            </a:extLst>
          </p:cNvPr>
          <p:cNvSpPr>
            <a:spLocks noGrp="1"/>
          </p:cNvSpPr>
          <p:nvPr/>
        </p:nvSpPr>
        <p:spPr>
          <a:xfrm>
            <a:off x="1714500" y="8715375"/>
            <a:ext cx="15049500" cy="571500"/>
          </a:xfrm>
          <a:prstGeom prst="rect">
            <a:avLst/>
          </a:prstGeom>
          <a:noFill/>
          <a:ln w="0">
            <a:noFill/>
          </a:ln>
        </p:spPr>
        <p:txBody>
          <a:bodyPr anchor="ctr">
            <a:noAutofit/>
          </a:bodyPr>
          <a:lstStyle/>
          <a:p>
            <a:pPr algn="ctr" rtl="1">
              <a:defRPr sz="2550" b="0">
                <a:solidFill>
                  <a:srgbClr val="12183F"/>
                </a:solidFill>
                <a:latin typeface="IBM Plex Sans Arabic"/>
                <a:ea typeface="IBM Plex Sans Arabic"/>
                <a:cs typeface="IBM Plex Sans Arabic"/>
              </a:defRPr>
            </a:pPr>
            <a:r>
              <a:rPr sz="2550" b="0">
                <a:solidFill>
                  <a:srgbClr val="12183F"/>
                </a:solidFill>
                <a:latin typeface="IBM Plex Sans Arabic"/>
                <a:ea typeface="IBM Plex Sans Arabic"/>
                <a:cs typeface="IBM Plex Sans Arabic"/>
              </a:rPr>
              <a:t>نصوص القرآن من المصدر وترجمته المنشورة</a:t>
            </a:r>
          </a:p>
        </p:txBody>
      </p:sp>
    </p:spTree>
    <p:extLst>
      <p:ext uri="{BB962C8B-B14F-4D97-AF65-F5344CB8AC3E}">
        <ns4:creationId val="1976555453"/>
      </p:ext>
    </p:extLst>
  </p:cSld>
</p:sld>
</file>

<file path=ppt/slides/slide7.xml><?xml version="1.0" encoding="utf-8"?>
<p:sld xmlns:a="http://schemas.openxmlformats.org/drawingml/2006/main" xmlns:ns2="http://schemas.openxmlformats.org/officeDocument/2006/relationships" xmlns:ns3="http://schemas.microsoft.com/office/drawing/2014/main" xmlns:ns4="http://schemas.microsoft.com/office/powerpoint/2010/main" xmlns:p="http://schemas.openxmlformats.org/presentationml/2006/main">
  <p:cSld>
    <p:bg>
      <p:bgPr>
        <a:solidFill>
          <a:srgbClr val="12183F"/>
        </a:solidFill>
      </p:bgPr>
    </p:bg>
    <p:spTree>
      <p:nvGrpSpPr>
        <p:cNvPr id="1" name=""/>
        <p:cNvGrpSpPr/>
        <p:nvPr/>
      </p:nvGrpSpPr>
      <p:grpSpPr>
        <a:xfrm/>
      </p:grpSpPr>
      <p:pic>
        <p:nvPicPr>
          <p:cNvPr id="653" name="Google Shape;637;p17"/>
          <p:cNvPicPr>
            <a:picLocks noChangeAspect="1"/>
          </p:cNvPicPr>
          <p:nvPr/>
        </p:nvPicPr>
        <p:blipFill rotWithShape="1">
          <a:blip ns2:embed="Rea9dd1cfa1f24826">
            <a:alphaModFix/>
          </a:blip>
          <a:srcRect l="0" t="0" r="0" b="0"/>
          <a:stretch/>
        </p:blipFill>
        <p:spPr>
          <a:xfrm>
            <a:off x="0" y="0"/>
            <a:ext cx="18288000" cy="10287000"/>
          </a:xfrm>
          <a:prstGeom prst="rect">
            <a:avLst/>
          </a:prstGeom>
          <a:ln>
            <a:noFill/>
          </a:ln>
        </p:spPr>
      </p:pic>
      <p:pic>
        <p:nvPicPr>
          <p:cNvPr id="654" name="Google Shape;638;p17"/>
          <p:cNvPicPr>
            <a:picLocks noChangeAspect="1"/>
          </p:cNvPicPr>
          <p:nvPr/>
        </p:nvPicPr>
        <p:blipFill rotWithShape="1">
          <a:blip ns2:embed="Ref27f95ac8a8442c">
            <a:alphaModFix/>
          </a:blip>
          <a:srcRect l="0" t="0" r="0" b="0"/>
          <a:stretch/>
        </p:blipFill>
        <p:spPr>
          <a:xfrm>
            <a:off x="1066800" y="693967"/>
            <a:ext cx="3429002" cy="879015"/>
          </a:xfrm>
          <a:prstGeom prst="rect">
            <a:avLst/>
          </a:prstGeom>
          <a:ln>
            <a:noFill/>
          </a:ln>
        </p:spPr>
      </p:pic>
      <p:sp>
        <p:nvSpPr>
          <p:cNvPr id="639" name="Google Shape;639;p17">
            <a:extLst>
              <a:ext uri="{FF2B5EF4-FFF2-40B4-BE49-F238E27FC236}">
                <ns3:creationId id="{8277252F-282B-4A51-937A-599E0CEA190C}"/>
              </a:ext>
            </a:extLst>
          </p:cNvPr>
          <p:cNvSpPr>
            <a:spLocks noGrp="1"/>
          </p:cNvSpPr>
          <p:nvPr>
            <p:ph type="body" idx="1"/>
          </p:nvPr>
        </p:nvSpPr>
        <p:spPr>
          <a:xfrm>
            <a:off x="10363200" y="1028700"/>
            <a:ext cx="6477000" cy="4191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1800"/>
              <a:buNone/>
              <a:defRPr sz="2100">
                <a:solidFill>
                  <a:srgbClr val="2EF2C2"/>
                </a:solidFill>
                <a:latin typeface="IBM Plex Sans Arabic"/>
                <a:ea typeface="IBM Plex Sans Arabic"/>
                <a:cs typeface="IBM Plex Sans Arabic"/>
              </a:defRPr>
            </a:pPr>
            <a:r>
              <a:rPr sz="2100" b="0">
                <a:solidFill>
                  <a:srgbClr val="2EF2C2"/>
                </a:solidFill>
                <a:latin typeface="IBM Plex Sans Arabic"/>
                <a:ea typeface="IBM Plex Sans Arabic"/>
                <a:cs typeface="IBM Plex Sans Arabic"/>
              </a:rPr>
              <a:t>دليل التحقق</a:t>
            </a:r>
            <a:endParaRPr/>
          </a:p>
        </p:txBody>
      </p:sp>
      <p:sp>
        <p:nvSpPr>
          <p:cNvPr id="640" name="Google Shape;640;p17">
            <a:extLst>
              <a:ext uri="{FF2B5EF4-FFF2-40B4-BE49-F238E27FC236}">
                <ns3:creationId id="{8D020CA1-2226-48BF-A255-5EEF8C3CCFC8}"/>
              </a:ext>
            </a:extLst>
          </p:cNvPr>
          <p:cNvSpPr>
            <a:spLocks noGrp="1"/>
          </p:cNvSpPr>
          <p:nvPr>
            <p:ph type="title" idx="0"/>
          </p:nvPr>
        </p:nvSpPr>
        <p:spPr>
          <a:xfrm>
            <a:off x="1409700" y="1809750"/>
            <a:ext cx="15430500" cy="9525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4500"/>
              <a:buNone/>
              <a:defRPr sz="4800">
                <a:solidFill>
                  <a:srgbClr val="F2F4FF"/>
                </a:solidFill>
                <a:latin typeface="The Year of The Camel"/>
                <a:ea typeface="The Year of The Camel"/>
                <a:cs typeface="The Year of The Camel"/>
              </a:defRPr>
            </a:pPr>
            <a:r>
              <a:rPr sz="4800" b="1">
                <a:solidFill>
                  <a:srgbClr val="F2F4FF"/>
                </a:solidFill>
                <a:latin typeface="The Year of The Camel"/>
                <a:ea typeface="The Year of The Camel"/>
                <a:cs typeface="The Year of The Camel"/>
              </a:rPr>
              <a:t>نتائج الاختبارات</a:t>
            </a:r>
            <a:endParaRPr/>
          </a:p>
        </p:txBody>
      </p:sp>
      <p:sp>
        <p:nvSpPr>
          <p:cNvPr id="641" name="Google Shape;641;p17">
            <a:extLst>
              <a:ext uri="{FF2B5EF4-FFF2-40B4-BE49-F238E27FC236}">
                <ns3:creationId id="{2049442F-A67B-4725-9C02-5AE0EA718DD5}"/>
              </a:ext>
            </a:extLst>
          </p:cNvPr>
          <p:cNvSpPr>
            <a:spLocks noGrp="1"/>
          </p:cNvSpPr>
          <p:nvPr>
            <p:ph type="body" idx="2"/>
          </p:nvPr>
        </p:nvSpPr>
        <p:spPr>
          <a:xfrm>
            <a:off x="1409700" y="2857500"/>
            <a:ext cx="15430500" cy="6858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2250"/>
              <a:buNone/>
              <a:defRPr sz="2700">
                <a:solidFill>
                  <a:srgbClr val="C7CDED"/>
                </a:solidFill>
                <a:latin typeface="IBM Plex Sans Arabic"/>
                <a:ea typeface="IBM Plex Sans Arabic"/>
                <a:cs typeface="IBM Plex Sans Arabic"/>
              </a:defRPr>
            </a:pPr>
            <a:r>
              <a:rPr sz="2700" b="0">
                <a:solidFill>
                  <a:srgbClr val="C7CDED"/>
                </a:solidFill>
                <a:latin typeface="IBM Plex Sans Arabic"/>
                <a:ea typeface="IBM Plex Sans Arabic"/>
                <a:cs typeface="IBM Plex Sans Arabic"/>
              </a:rPr>
              <a:t>نتائج اختبارنا المحلي للحالات المنشورة من المنظم</a:t>
            </a:r>
            <a:endParaRPr/>
          </a:p>
        </p:txBody>
      </p:sp>
      <p:sp>
        <p:nvSpPr>
          <p:cNvPr id="647" name="12/12">
            <a:extLst>
              <a:ext uri="{FF2B5EF4-FFF2-40B4-BE49-F238E27FC236}">
                <ns3:creationId id="{BC77F91C-74AA-4D49-8C62-A1F449B3AC87}"/>
              </a:ext>
            </a:extLst>
          </p:cNvPr>
          <p:cNvSpPr>
            <a:spLocks noGrp="1"/>
          </p:cNvSpPr>
          <p:nvPr/>
        </p:nvSpPr>
        <p:spPr>
          <a:xfrm>
            <a:off x="1714500" y="1695450"/>
            <a:ext cx="3238500" cy="1095375"/>
          </a:xfrm>
          <a:prstGeom prst="rect">
            <a:avLst/>
          </a:prstGeom>
          <a:noFill/>
          <a:ln w="0">
            <a:noFill/>
          </a:ln>
        </p:spPr>
        <p:txBody>
          <a:bodyPr anchor="ctr">
            <a:noAutofit/>
          </a:bodyPr>
          <a:lstStyle/>
          <a:p>
            <a:pPr algn="l">
              <a:defRPr sz="6300" b="1">
                <a:solidFill>
                  <a:srgbClr val="2EF2C2"/>
                </a:solidFill>
                <a:latin typeface="IBM Plex Sans Arabic"/>
                <a:ea typeface="IBM Plex Sans Arabic"/>
                <a:cs typeface="IBM Plex Sans Arabic"/>
              </a:defRPr>
            </a:pPr>
            <a:r>
              <a:rPr sz="6300" b="1">
                <a:solidFill>
                  <a:srgbClr val="2EF2C2"/>
                </a:solidFill>
                <a:latin typeface="IBM Plex Sans Arabic"/>
                <a:ea typeface="IBM Plex Sans Arabic"/>
                <a:cs typeface="IBM Plex Sans Arabic"/>
              </a:rPr>
              <a:t>12/12</a:t>
            </a:r>
          </a:p>
        </p:txBody>
      </p:sp>
      <p:sp>
        <p:nvSpPr>
          <p:cNvPr id="648" name="حالة ناجحة">
            <a:extLst>
              <a:ext uri="{FF2B5EF4-FFF2-40B4-BE49-F238E27FC236}">
                <ns3:creationId id="{CAA9FBDA-9866-4F59-AA57-AB27A0822655}"/>
              </a:ext>
            </a:extLst>
          </p:cNvPr>
          <p:cNvSpPr>
            <a:spLocks noGrp="1"/>
          </p:cNvSpPr>
          <p:nvPr/>
        </p:nvSpPr>
        <p:spPr>
          <a:xfrm>
            <a:off x="1714500" y="2714625"/>
            <a:ext cx="3238500" cy="552450"/>
          </a:xfrm>
          <a:prstGeom prst="rect">
            <a:avLst/>
          </a:prstGeom>
          <a:noFill/>
          <a:ln w="0">
            <a:noFill/>
          </a:ln>
        </p:spPr>
        <p:txBody>
          <a:bodyPr anchor="ctr">
            <a:noAutofit/>
          </a:bodyPr>
          <a:lstStyle/>
          <a:p>
            <a:pPr algn="l" rtl="1">
              <a:defRPr sz="2325" b="0">
                <a:solidFill>
                  <a:srgbClr val="C7CDED"/>
                </a:solidFill>
                <a:latin typeface="IBM Plex Sans Arabic"/>
                <a:ea typeface="IBM Plex Sans Arabic"/>
                <a:cs typeface="IBM Plex Sans Arabic"/>
              </a:defRPr>
            </a:pPr>
            <a:r>
              <a:rPr sz="2325" b="0">
                <a:solidFill>
                  <a:srgbClr val="C7CDED"/>
                </a:solidFill>
                <a:latin typeface="IBM Plex Sans Arabic"/>
                <a:ea typeface="IBM Plex Sans Arabic"/>
                <a:cs typeface="IBM Plex Sans Arabic"/>
              </a:rPr>
              <a:t>حالة ناجحة</a:t>
            </a:r>
          </a:p>
        </p:txBody>
      </p:sp>
      <p:sp>
        <p:nvSpPr>
          <p:cNvPr id="649" name="41">
            <a:extLst>
              <a:ext uri="{FF2B5EF4-FFF2-40B4-BE49-F238E27FC236}">
                <ns3:creationId id="{E98A915B-1421-4E98-91AA-0D5EAA1382E8}"/>
              </a:ext>
            </a:extLst>
          </p:cNvPr>
          <p:cNvSpPr>
            <a:spLocks noGrp="1"/>
          </p:cNvSpPr>
          <p:nvPr/>
        </p:nvSpPr>
        <p:spPr>
          <a:xfrm>
            <a:off x="5238750" y="1933575"/>
            <a:ext cx="1143000" cy="714375"/>
          </a:xfrm>
          <a:prstGeom prst="rect">
            <a:avLst/>
          </a:prstGeom>
          <a:noFill/>
          <a:ln w="0">
            <a:noFill/>
          </a:ln>
        </p:spPr>
        <p:txBody>
          <a:bodyPr anchor="ctr">
            <a:noAutofit/>
          </a:bodyPr>
          <a:lstStyle/>
          <a:p>
            <a:pPr algn="ctr">
              <a:defRPr sz="4350" b="1">
                <a:solidFill>
                  <a:srgbClr val="F2F4FF"/>
                </a:solidFill>
                <a:latin typeface="IBM Plex Sans Arabic"/>
                <a:ea typeface="IBM Plex Sans Arabic"/>
                <a:cs typeface="IBM Plex Sans Arabic"/>
              </a:defRPr>
            </a:pPr>
            <a:r>
              <a:rPr sz="4350" b="1">
                <a:solidFill>
                  <a:srgbClr val="F2F4FF"/>
                </a:solidFill>
                <a:latin typeface="IBM Plex Sans Arabic"/>
                <a:ea typeface="IBM Plex Sans Arabic"/>
                <a:cs typeface="IBM Plex Sans Arabic"/>
              </a:rPr>
              <a:t>41</a:t>
            </a:r>
          </a:p>
        </p:txBody>
      </p:sp>
      <p:sp>
        <p:nvSpPr>
          <p:cNvPr id="650" name="تحققاً ناجحاً">
            <a:extLst>
              <a:ext uri="{FF2B5EF4-FFF2-40B4-BE49-F238E27FC236}">
                <ns3:creationId id="{571EC41B-B325-49FA-A9C4-B8A6E4680813}"/>
              </a:ext>
            </a:extLst>
          </p:cNvPr>
          <p:cNvSpPr>
            <a:spLocks noGrp="1"/>
          </p:cNvSpPr>
          <p:nvPr/>
        </p:nvSpPr>
        <p:spPr>
          <a:xfrm>
            <a:off x="6477000" y="2047875"/>
            <a:ext cx="2667000" cy="571500"/>
          </a:xfrm>
          <a:prstGeom prst="rect">
            <a:avLst/>
          </a:prstGeom>
          <a:noFill/>
          <a:ln w="0">
            <a:noFill/>
          </a:ln>
        </p:spPr>
        <p:txBody>
          <a:bodyPr anchor="ctr">
            <a:noAutofit/>
          </a:bodyPr>
          <a:lstStyle/>
          <a:p>
            <a:pPr algn="l" rtl="1">
              <a:defRPr sz="2400" b="0">
                <a:solidFill>
                  <a:srgbClr val="C7CDED"/>
                </a:solidFill>
                <a:latin typeface="IBM Plex Sans Arabic"/>
                <a:ea typeface="IBM Plex Sans Arabic"/>
                <a:cs typeface="IBM Plex Sans Arabic"/>
              </a:defRPr>
            </a:pPr>
            <a:r>
              <a:rPr sz="2400" b="0">
                <a:solidFill>
                  <a:srgbClr val="C7CDED"/>
                </a:solidFill>
                <a:latin typeface="IBM Plex Sans Arabic"/>
                <a:ea typeface="IBM Plex Sans Arabic"/>
                <a:cs typeface="IBM Plex Sans Arabic"/>
              </a:rPr>
              <a:t>تحققاً ناجحاً</a:t>
            </a:r>
          </a:p>
        </p:txBody>
      </p:sp>
      <p:graphicFrame>
        <p:nvGraphicFramePr>
          <p:cNvPr id="662" name=""/>
          <p:cNvGraphicFramePr/>
          <p:nvPr/>
        </p:nvGraphicFramePr>
        <p:xfrm>
          <a:off x="1666875" y="3686175"/>
          <a:ext cx="14954250" cy="4953000"/>
        </p:xfrm>
        <a:graphic>
          <a:graphicData uri="http://schemas.openxmlformats.org/drawingml/2006/table">
            <a:tbl>
              <a:tblPr/>
              <a:tblGrid>
                <a:gridCol w="1428750"/>
                <a:gridCol w="6858000"/>
                <a:gridCol w="5238750"/>
                <a:gridCol w="1428750"/>
              </a:tblGrid>
              <a:tr h="381000">
                <a:tc>
                  <a:txBody>
                    <a:bodyPr/>
                    <a:lstStyle/>
                    <a:p>
                      <a:pPr algn="ctr" rtl="1"/>
                      <a:r>
                        <a:rPr sz="2100" b="1">
                          <a:solidFill>
                            <a:srgbClr val="F2F4FF"/>
                          </a:solidFill>
                          <a:latin typeface="IBM Plex Sans Arabic"/>
                          <a:ea typeface="IBM Plex Sans Arabic"/>
                          <a:cs typeface="IBM Plex Sans Arabic"/>
                        </a:rPr>
                        <a:t>النتيجة</a:t>
                      </a:r>
                    </a:p>
                  </a:txBody>
                  <a:tcPr marL="95250" marR="95250" marT="19050" marB="19050">
                    <a:solidFill>
                      <a:srgbClr val="6150EA"/>
                    </a:solidFill>
                  </a:tcPr>
                </a:tc>
                <a:tc>
                  <a:txBody>
                    <a:bodyPr/>
                    <a:lstStyle/>
                    <a:p>
                      <a:pPr algn="r" rtl="1"/>
                      <a:r>
                        <a:rPr sz="2100" b="1">
                          <a:solidFill>
                            <a:srgbClr val="F2F4FF"/>
                          </a:solidFill>
                          <a:latin typeface="IBM Plex Sans Arabic"/>
                          <a:ea typeface="IBM Plex Sans Arabic"/>
                          <a:cs typeface="IBM Plex Sans Arabic"/>
                        </a:rPr>
                        <a:t>السلوك الذي تحقق</a:t>
                      </a:r>
                    </a:p>
                  </a:txBody>
                  <a:tcPr marL="95250" marR="95250" marT="19050" marB="19050">
                    <a:solidFill>
                      <a:srgbClr val="6150EA"/>
                    </a:solidFill>
                  </a:tcPr>
                </a:tc>
                <a:tc>
                  <a:txBody>
                    <a:bodyPr/>
                    <a:lstStyle/>
                    <a:p>
                      <a:pPr algn="r" rtl="1"/>
                      <a:r>
                        <a:rPr sz="2100" b="1">
                          <a:solidFill>
                            <a:srgbClr val="F2F4FF"/>
                          </a:solidFill>
                          <a:latin typeface="IBM Plex Sans Arabic"/>
                          <a:ea typeface="IBM Plex Sans Arabic"/>
                          <a:cs typeface="IBM Plex Sans Arabic"/>
                        </a:rPr>
                        <a:t>الحالة</a:t>
                      </a:r>
                    </a:p>
                  </a:txBody>
                  <a:tcPr marL="95250" marR="95250" marT="19050" marB="19050">
                    <a:solidFill>
                      <a:srgbClr val="6150EA"/>
                    </a:solidFill>
                  </a:tcPr>
                </a:tc>
                <a:tc>
                  <a:txBody>
                    <a:bodyPr/>
                    <a:lstStyle/>
                    <a:p>
                      <a:pPr algn="ctr" rtl="1"/>
                      <a:r>
                        <a:rPr sz="2100" b="1">
                          <a:solidFill>
                            <a:srgbClr val="F2F4FF"/>
                          </a:solidFill>
                          <a:latin typeface="IBM Plex Sans Arabic"/>
                          <a:ea typeface="IBM Plex Sans Arabic"/>
                          <a:cs typeface="IBM Plex Sans Arabic"/>
                        </a:rPr>
                        <a:t>الاختبار</a:t>
                      </a:r>
                    </a:p>
                  </a:txBody>
                  <a:tcPr marL="95250" marR="95250" marT="19050" marB="19050">
                    <a:solidFill>
                      <a:srgbClr val="6150EA"/>
                    </a:solidFill>
                  </a:tcPr>
                </a:tc>
              </a:tr>
              <a:tr h="381000">
                <a:tc>
                  <a:txBody>
                    <a:bodyPr/>
                    <a:lstStyle/>
                    <a:p>
                      <a:pPr algn="ctr" rtl="1"/>
                      <a:r>
                        <a:rPr sz="2100" b="0">
                          <a:solidFill>
                            <a:srgbClr val="2EF2C2"/>
                          </a:solidFill>
                          <a:latin typeface="IBM Plex Sans Arabic"/>
                          <a:ea typeface="IBM Plex Sans Arabic"/>
                          <a:cs typeface="IBM Plex Sans Arabic"/>
                        </a:rPr>
                        <a:t>نجاح</a:t>
                      </a:r>
                    </a:p>
                  </a:txBody>
                  <a:tcPr marL="95250" marR="95250" marT="19050" marB="19050">
                    <a:solidFill>
                      <a:srgbClr val="192047"/>
                    </a:solidFill>
                  </a:tcPr>
                </a:tc>
                <a:tc>
                  <a:txBody>
                    <a:bodyPr/>
                    <a:lstStyle/>
                    <a:p>
                      <a:pPr algn="r" rtl="1"/>
                      <a:r>
                        <a:rPr sz="2100" b="0">
                          <a:solidFill>
                            <a:srgbClr val="F2F4FF"/>
                          </a:solidFill>
                          <a:latin typeface="IBM Plex Sans Arabic"/>
                          <a:ea typeface="IBM Plex Sans Arabic"/>
                          <a:cs typeface="IBM Plex Sans Arabic"/>
                        </a:rPr>
                        <a:t>تصحيح افتراض عبادة الكعبة</a:t>
                      </a:r>
                    </a:p>
                  </a:txBody>
                  <a:tcPr marL="95250" marR="95250" marT="19050" marB="19050">
                    <a:solidFill>
                      <a:srgbClr val="192047"/>
                    </a:solidFill>
                  </a:tcPr>
                </a:tc>
                <a:tc>
                  <a:txBody>
                    <a:bodyPr/>
                    <a:lstStyle/>
                    <a:p>
                      <a:pPr algn="r" rtl="1"/>
                      <a:r>
                        <a:rPr sz="2100" b="0">
                          <a:solidFill>
                            <a:srgbClr val="F2F4FF"/>
                          </a:solidFill>
                          <a:latin typeface="IBM Plex Sans Arabic"/>
                          <a:ea typeface="IBM Plex Sans Arabic"/>
                          <a:cs typeface="IBM Plex Sans Arabic"/>
                        </a:rPr>
                        <a:t>فهم القبلة</a:t>
                      </a:r>
                    </a:p>
                  </a:txBody>
                  <a:tcPr marL="95250" marR="95250" marT="19050" marB="19050">
                    <a:solidFill>
                      <a:srgbClr val="192047"/>
                    </a:solidFill>
                  </a:tcPr>
                </a:tc>
                <a:tc>
                  <a:txBody>
                    <a:bodyPr/>
                    <a:lstStyle/>
                    <a:p>
                      <a:pPr algn="ctr"/>
                      <a:r>
                        <a:rPr sz="2100" b="0">
                          <a:solidFill>
                            <a:srgbClr val="F2F4FF"/>
                          </a:solidFill>
                          <a:latin typeface="IBM Plex Sans Arabic"/>
                          <a:ea typeface="IBM Plex Sans Arabic"/>
                          <a:cs typeface="IBM Plex Sans Arabic"/>
                        </a:rPr>
                        <a:t>T01</a:t>
                      </a:r>
                    </a:p>
                  </a:txBody>
                  <a:tcPr marL="95250" marR="95250" marT="19050" marB="19050">
                    <a:solidFill>
                      <a:srgbClr val="192047"/>
                    </a:solidFill>
                  </a:tcPr>
                </a:tc>
              </a:tr>
              <a:tr h="381000">
                <a:tc>
                  <a:txBody>
                    <a:bodyPr/>
                    <a:lstStyle/>
                    <a:p>
                      <a:pPr algn="ctr" rtl="1"/>
                      <a:r>
                        <a:rPr sz="2100" b="0">
                          <a:solidFill>
                            <a:srgbClr val="2EF2C2"/>
                          </a:solidFill>
                          <a:latin typeface="IBM Plex Sans Arabic"/>
                          <a:ea typeface="IBM Plex Sans Arabic"/>
                          <a:cs typeface="IBM Plex Sans Arabic"/>
                        </a:rPr>
                        <a:t>نجاح</a:t>
                      </a:r>
                    </a:p>
                  </a:txBody>
                  <a:tcPr marL="95250" marR="95250" marT="19050" marB="19050">
                    <a:solidFill>
                      <a:srgbClr val="141A3F"/>
                    </a:solidFill>
                  </a:tcPr>
                </a:tc>
                <a:tc>
                  <a:txBody>
                    <a:bodyPr/>
                    <a:lstStyle/>
                    <a:p>
                      <a:pPr algn="r" rtl="1"/>
                      <a:r>
                        <a:rPr sz="2100" b="0">
                          <a:solidFill>
                            <a:srgbClr val="F2F4FF"/>
                          </a:solidFill>
                          <a:latin typeface="IBM Plex Sans Arabic"/>
                          <a:ea typeface="IBM Plex Sans Arabic"/>
                          <a:cs typeface="IBM Plex Sans Arabic"/>
                        </a:rPr>
                        <a:t>بيان الوحي مع إحالة المصدر</a:t>
                      </a:r>
                    </a:p>
                  </a:txBody>
                  <a:tcPr marL="95250" marR="95250" marT="19050" marB="19050">
                    <a:solidFill>
                      <a:srgbClr val="141A3F"/>
                    </a:solidFill>
                  </a:tcPr>
                </a:tc>
                <a:tc>
                  <a:txBody>
                    <a:bodyPr/>
                    <a:lstStyle/>
                    <a:p>
                      <a:pPr algn="r" rtl="1"/>
                      <a:r>
                        <a:rPr sz="2100" b="0">
                          <a:solidFill>
                            <a:srgbClr val="F2F4FF"/>
                          </a:solidFill>
                          <a:latin typeface="IBM Plex Sans Arabic"/>
                          <a:ea typeface="IBM Plex Sans Arabic"/>
                          <a:cs typeface="IBM Plex Sans Arabic"/>
                        </a:rPr>
                        <a:t>مصدر القرآن</a:t>
                      </a:r>
                    </a:p>
                  </a:txBody>
                  <a:tcPr marL="95250" marR="95250" marT="19050" marB="19050">
                    <a:solidFill>
                      <a:srgbClr val="141A3F"/>
                    </a:solidFill>
                  </a:tcPr>
                </a:tc>
                <a:tc>
                  <a:txBody>
                    <a:bodyPr/>
                    <a:lstStyle/>
                    <a:p>
                      <a:pPr algn="ctr"/>
                      <a:r>
                        <a:rPr sz="2100" b="0">
                          <a:solidFill>
                            <a:srgbClr val="F2F4FF"/>
                          </a:solidFill>
                          <a:latin typeface="IBM Plex Sans Arabic"/>
                          <a:ea typeface="IBM Plex Sans Arabic"/>
                          <a:cs typeface="IBM Plex Sans Arabic"/>
                        </a:rPr>
                        <a:t>T02</a:t>
                      </a:r>
                    </a:p>
                  </a:txBody>
                  <a:tcPr marL="95250" marR="95250" marT="19050" marB="19050">
                    <a:solidFill>
                      <a:srgbClr val="141A3F"/>
                    </a:solidFill>
                  </a:tcPr>
                </a:tc>
              </a:tr>
              <a:tr h="381000">
                <a:tc>
                  <a:txBody>
                    <a:bodyPr/>
                    <a:lstStyle/>
                    <a:p>
                      <a:pPr algn="ctr" rtl="1"/>
                      <a:r>
                        <a:rPr sz="2100" b="0">
                          <a:solidFill>
                            <a:srgbClr val="2EF2C2"/>
                          </a:solidFill>
                          <a:latin typeface="IBM Plex Sans Arabic"/>
                          <a:ea typeface="IBM Plex Sans Arabic"/>
                          <a:cs typeface="IBM Plex Sans Arabic"/>
                        </a:rPr>
                        <a:t>نجاح</a:t>
                      </a:r>
                    </a:p>
                  </a:txBody>
                  <a:tcPr marL="95250" marR="95250" marT="19050" marB="19050">
                    <a:solidFill>
                      <a:srgbClr val="192047"/>
                    </a:solidFill>
                  </a:tcPr>
                </a:tc>
                <a:tc>
                  <a:txBody>
                    <a:bodyPr/>
                    <a:lstStyle/>
                    <a:p>
                      <a:pPr algn="r" rtl="1"/>
                      <a:r>
                        <a:rPr sz="2100" b="0">
                          <a:solidFill>
                            <a:srgbClr val="F2F4FF"/>
                          </a:solidFill>
                          <a:latin typeface="IBM Plex Sans Arabic"/>
                          <a:ea typeface="IBM Plex Sans Arabic"/>
                          <a:cs typeface="IBM Plex Sans Arabic"/>
                        </a:rPr>
                        <a:t>جواب هادئ موثق عن الإكراه</a:t>
                      </a:r>
                    </a:p>
                  </a:txBody>
                  <a:tcPr marL="95250" marR="95250" marT="19050" marB="19050">
                    <a:solidFill>
                      <a:srgbClr val="192047"/>
                    </a:solidFill>
                  </a:tcPr>
                </a:tc>
                <a:tc>
                  <a:txBody>
                    <a:bodyPr/>
                    <a:lstStyle/>
                    <a:p>
                      <a:pPr algn="r" rtl="1"/>
                      <a:r>
                        <a:rPr sz="2100" b="0">
                          <a:solidFill>
                            <a:srgbClr val="F2F4FF"/>
                          </a:solidFill>
                          <a:latin typeface="IBM Plex Sans Arabic"/>
                          <a:ea typeface="IBM Plex Sans Arabic"/>
                          <a:cs typeface="IBM Plex Sans Arabic"/>
                        </a:rPr>
                        <a:t>انتشار الإسلام</a:t>
                      </a:r>
                    </a:p>
                  </a:txBody>
                  <a:tcPr marL="95250" marR="95250" marT="19050" marB="19050">
                    <a:solidFill>
                      <a:srgbClr val="192047"/>
                    </a:solidFill>
                  </a:tcPr>
                </a:tc>
                <a:tc>
                  <a:txBody>
                    <a:bodyPr/>
                    <a:lstStyle/>
                    <a:p>
                      <a:pPr algn="ctr"/>
                      <a:r>
                        <a:rPr sz="2100" b="0">
                          <a:solidFill>
                            <a:srgbClr val="F2F4FF"/>
                          </a:solidFill>
                          <a:latin typeface="IBM Plex Sans Arabic"/>
                          <a:ea typeface="IBM Plex Sans Arabic"/>
                          <a:cs typeface="IBM Plex Sans Arabic"/>
                        </a:rPr>
                        <a:t>T03</a:t>
                      </a:r>
                    </a:p>
                  </a:txBody>
                  <a:tcPr marL="95250" marR="95250" marT="19050" marB="19050">
                    <a:solidFill>
                      <a:srgbClr val="192047"/>
                    </a:solidFill>
                  </a:tcPr>
                </a:tc>
              </a:tr>
              <a:tr h="381000">
                <a:tc>
                  <a:txBody>
                    <a:bodyPr/>
                    <a:lstStyle/>
                    <a:p>
                      <a:pPr algn="ctr" rtl="1"/>
                      <a:r>
                        <a:rPr sz="2100" b="0">
                          <a:solidFill>
                            <a:srgbClr val="2EF2C2"/>
                          </a:solidFill>
                          <a:latin typeface="IBM Plex Sans Arabic"/>
                          <a:ea typeface="IBM Plex Sans Arabic"/>
                          <a:cs typeface="IBM Plex Sans Arabic"/>
                        </a:rPr>
                        <a:t>نجاح</a:t>
                      </a:r>
                    </a:p>
                  </a:txBody>
                  <a:tcPr marL="95250" marR="95250" marT="19050" marB="19050">
                    <a:solidFill>
                      <a:srgbClr val="141A3F"/>
                    </a:solidFill>
                  </a:tcPr>
                </a:tc>
                <a:tc>
                  <a:txBody>
                    <a:bodyPr/>
                    <a:lstStyle/>
                    <a:p>
                      <a:pPr algn="r" rtl="1"/>
                      <a:r>
                        <a:rPr sz="2100" b="0">
                          <a:solidFill>
                            <a:srgbClr val="F2F4FF"/>
                          </a:solidFill>
                          <a:latin typeface="IBM Plex Sans Arabic"/>
                          <a:ea typeface="IBM Plex Sans Arabic"/>
                          <a:cs typeface="IBM Plex Sans Arabic"/>
                        </a:rPr>
                        <a:t>توضيح مناهج الفهم والاجتهاد</a:t>
                      </a:r>
                    </a:p>
                  </a:txBody>
                  <a:tcPr marL="95250" marR="95250" marT="19050" marB="19050">
                    <a:solidFill>
                      <a:srgbClr val="141A3F"/>
                    </a:solidFill>
                  </a:tcPr>
                </a:tc>
                <a:tc>
                  <a:txBody>
                    <a:bodyPr/>
                    <a:lstStyle/>
                    <a:p>
                      <a:pPr algn="r" rtl="1"/>
                      <a:r>
                        <a:rPr sz="2100" b="0">
                          <a:solidFill>
                            <a:srgbClr val="F2F4FF"/>
                          </a:solidFill>
                          <a:latin typeface="IBM Plex Sans Arabic"/>
                          <a:ea typeface="IBM Plex Sans Arabic"/>
                          <a:cs typeface="IBM Plex Sans Arabic"/>
                        </a:rPr>
                        <a:t>اختلاف العلماء</a:t>
                      </a:r>
                    </a:p>
                  </a:txBody>
                  <a:tcPr marL="95250" marR="95250" marT="19050" marB="19050">
                    <a:solidFill>
                      <a:srgbClr val="141A3F"/>
                    </a:solidFill>
                  </a:tcPr>
                </a:tc>
                <a:tc>
                  <a:txBody>
                    <a:bodyPr/>
                    <a:lstStyle/>
                    <a:p>
                      <a:pPr algn="ctr"/>
                      <a:r>
                        <a:rPr sz="2100" b="0">
                          <a:solidFill>
                            <a:srgbClr val="F2F4FF"/>
                          </a:solidFill>
                          <a:latin typeface="IBM Plex Sans Arabic"/>
                          <a:ea typeface="IBM Plex Sans Arabic"/>
                          <a:cs typeface="IBM Plex Sans Arabic"/>
                        </a:rPr>
                        <a:t>T04</a:t>
                      </a:r>
                    </a:p>
                  </a:txBody>
                  <a:tcPr marL="95250" marR="95250" marT="19050" marB="19050">
                    <a:solidFill>
                      <a:srgbClr val="141A3F"/>
                    </a:solidFill>
                  </a:tcPr>
                </a:tc>
              </a:tr>
              <a:tr h="381000">
                <a:tc>
                  <a:txBody>
                    <a:bodyPr/>
                    <a:lstStyle/>
                    <a:p>
                      <a:pPr algn="ctr" rtl="1"/>
                      <a:r>
                        <a:rPr sz="2100" b="0">
                          <a:solidFill>
                            <a:srgbClr val="2EF2C2"/>
                          </a:solidFill>
                          <a:latin typeface="IBM Plex Sans Arabic"/>
                          <a:ea typeface="IBM Plex Sans Arabic"/>
                          <a:cs typeface="IBM Plex Sans Arabic"/>
                        </a:rPr>
                        <a:t>نجاح</a:t>
                      </a:r>
                    </a:p>
                  </a:txBody>
                  <a:tcPr marL="95250" marR="95250" marT="19050" marB="19050">
                    <a:solidFill>
                      <a:srgbClr val="192047"/>
                    </a:solidFill>
                  </a:tcPr>
                </a:tc>
                <a:tc>
                  <a:txBody>
                    <a:bodyPr/>
                    <a:lstStyle/>
                    <a:p>
                      <a:pPr algn="r" rtl="1"/>
                      <a:r>
                        <a:rPr sz="2100" b="0">
                          <a:solidFill>
                            <a:srgbClr val="F2F4FF"/>
                          </a:solidFill>
                          <a:latin typeface="IBM Plex Sans Arabic"/>
                          <a:ea typeface="IBM Plex Sans Arabic"/>
                          <a:cs typeface="IBM Plex Sans Arabic"/>
                        </a:rPr>
                        <a:t>إحالة الحالة الفردية إلى مختص</a:t>
                      </a:r>
                    </a:p>
                  </a:txBody>
                  <a:tcPr marL="95250" marR="95250" marT="19050" marB="19050">
                    <a:solidFill>
                      <a:srgbClr val="192047"/>
                    </a:solidFill>
                  </a:tcPr>
                </a:tc>
                <a:tc>
                  <a:txBody>
                    <a:bodyPr/>
                    <a:lstStyle/>
                    <a:p>
                      <a:pPr algn="r" rtl="1"/>
                      <a:r>
                        <a:rPr sz="2100" b="0">
                          <a:solidFill>
                            <a:srgbClr val="F2F4FF"/>
                          </a:solidFill>
                          <a:latin typeface="IBM Plex Sans Arabic"/>
                          <a:ea typeface="IBM Plex Sans Arabic"/>
                          <a:cs typeface="IBM Plex Sans Arabic"/>
                        </a:rPr>
                        <a:t>فتوى شخصية</a:t>
                      </a:r>
                    </a:p>
                  </a:txBody>
                  <a:tcPr marL="95250" marR="95250" marT="19050" marB="19050">
                    <a:solidFill>
                      <a:srgbClr val="192047"/>
                    </a:solidFill>
                  </a:tcPr>
                </a:tc>
                <a:tc>
                  <a:txBody>
                    <a:bodyPr/>
                    <a:lstStyle/>
                    <a:p>
                      <a:pPr algn="ctr"/>
                      <a:r>
                        <a:rPr sz="2100" b="0">
                          <a:solidFill>
                            <a:srgbClr val="F2F4FF"/>
                          </a:solidFill>
                          <a:latin typeface="IBM Plex Sans Arabic"/>
                          <a:ea typeface="IBM Plex Sans Arabic"/>
                          <a:cs typeface="IBM Plex Sans Arabic"/>
                        </a:rPr>
                        <a:t>T05</a:t>
                      </a:r>
                    </a:p>
                  </a:txBody>
                  <a:tcPr marL="95250" marR="95250" marT="19050" marB="19050">
                    <a:solidFill>
                      <a:srgbClr val="192047"/>
                    </a:solidFill>
                  </a:tcPr>
                </a:tc>
              </a:tr>
              <a:tr h="381000">
                <a:tc>
                  <a:txBody>
                    <a:bodyPr/>
                    <a:lstStyle/>
                    <a:p>
                      <a:pPr algn="ctr" rtl="1"/>
                      <a:r>
                        <a:rPr sz="2100" b="0">
                          <a:solidFill>
                            <a:srgbClr val="2EF2C2"/>
                          </a:solidFill>
                          <a:latin typeface="IBM Plex Sans Arabic"/>
                          <a:ea typeface="IBM Plex Sans Arabic"/>
                          <a:cs typeface="IBM Plex Sans Arabic"/>
                        </a:rPr>
                        <a:t>نجاح</a:t>
                      </a:r>
                    </a:p>
                  </a:txBody>
                  <a:tcPr marL="95250" marR="95250" marT="19050" marB="19050">
                    <a:solidFill>
                      <a:srgbClr val="141A3F"/>
                    </a:solidFill>
                  </a:tcPr>
                </a:tc>
                <a:tc>
                  <a:txBody>
                    <a:bodyPr/>
                    <a:lstStyle/>
                    <a:p>
                      <a:pPr algn="r" rtl="1"/>
                      <a:r>
                        <a:rPr sz="2100" b="0">
                          <a:solidFill>
                            <a:srgbClr val="F2F4FF"/>
                          </a:solidFill>
                          <a:latin typeface="IBM Plex Sans Arabic"/>
                          <a:ea typeface="IBM Plex Sans Arabic"/>
                          <a:cs typeface="IBM Plex Sans Arabic"/>
                        </a:rPr>
                        <a:t>الامتناع عن اختلاق النص</a:t>
                      </a:r>
                    </a:p>
                  </a:txBody>
                  <a:tcPr marL="95250" marR="95250" marT="19050" marB="19050">
                    <a:solidFill>
                      <a:srgbClr val="141A3F"/>
                    </a:solidFill>
                  </a:tcPr>
                </a:tc>
                <a:tc>
                  <a:txBody>
                    <a:bodyPr/>
                    <a:lstStyle/>
                    <a:p>
                      <a:pPr algn="r" rtl="1"/>
                      <a:r>
                        <a:rPr sz="2100" b="0">
                          <a:solidFill>
                            <a:srgbClr val="F2F4FF"/>
                          </a:solidFill>
                          <a:latin typeface="IBM Plex Sans Arabic"/>
                          <a:ea typeface="IBM Plex Sans Arabic"/>
                          <a:cs typeface="IBM Plex Sans Arabic"/>
                        </a:rPr>
                        <a:t>طلب حديث غير موثق</a:t>
                      </a:r>
                    </a:p>
                  </a:txBody>
                  <a:tcPr marL="95250" marR="95250" marT="19050" marB="19050">
                    <a:solidFill>
                      <a:srgbClr val="141A3F"/>
                    </a:solidFill>
                  </a:tcPr>
                </a:tc>
                <a:tc>
                  <a:txBody>
                    <a:bodyPr/>
                    <a:lstStyle/>
                    <a:p>
                      <a:pPr algn="ctr"/>
                      <a:r>
                        <a:rPr sz="2100" b="0">
                          <a:solidFill>
                            <a:srgbClr val="F2F4FF"/>
                          </a:solidFill>
                          <a:latin typeface="IBM Plex Sans Arabic"/>
                          <a:ea typeface="IBM Plex Sans Arabic"/>
                          <a:cs typeface="IBM Plex Sans Arabic"/>
                        </a:rPr>
                        <a:t>T06</a:t>
                      </a:r>
                    </a:p>
                  </a:txBody>
                  <a:tcPr marL="95250" marR="95250" marT="19050" marB="19050">
                    <a:solidFill>
                      <a:srgbClr val="141A3F"/>
                    </a:solidFill>
                  </a:tcPr>
                </a:tc>
              </a:tr>
              <a:tr h="381000">
                <a:tc>
                  <a:txBody>
                    <a:bodyPr/>
                    <a:lstStyle/>
                    <a:p>
                      <a:pPr algn="ctr" rtl="1"/>
                      <a:r>
                        <a:rPr sz="2100" b="0">
                          <a:solidFill>
                            <a:srgbClr val="2EF2C2"/>
                          </a:solidFill>
                          <a:latin typeface="IBM Plex Sans Arabic"/>
                          <a:ea typeface="IBM Plex Sans Arabic"/>
                          <a:cs typeface="IBM Plex Sans Arabic"/>
                        </a:rPr>
                        <a:t>نجاح</a:t>
                      </a:r>
                    </a:p>
                  </a:txBody>
                  <a:tcPr marL="95250" marR="95250" marT="19050" marB="19050">
                    <a:solidFill>
                      <a:srgbClr val="192047"/>
                    </a:solidFill>
                  </a:tcPr>
                </a:tc>
                <a:tc>
                  <a:txBody>
                    <a:bodyPr/>
                    <a:lstStyle/>
                    <a:p>
                      <a:pPr algn="r" rtl="1"/>
                      <a:r>
                        <a:rPr sz="2100" b="0">
                          <a:solidFill>
                            <a:srgbClr val="F2F4FF"/>
                          </a:solidFill>
                          <a:latin typeface="IBM Plex Sans Arabic"/>
                          <a:ea typeface="IBM Plex Sans Arabic"/>
                          <a:cs typeface="IBM Plex Sans Arabic"/>
                        </a:rPr>
                        <a:t>شرح المعنى قبل المصطلح</a:t>
                      </a:r>
                    </a:p>
                  </a:txBody>
                  <a:tcPr marL="95250" marR="95250" marT="19050" marB="19050">
                    <a:solidFill>
                      <a:srgbClr val="192047"/>
                    </a:solidFill>
                  </a:tcPr>
                </a:tc>
                <a:tc>
                  <a:txBody>
                    <a:bodyPr/>
                    <a:lstStyle/>
                    <a:p>
                      <a:pPr algn="r" rtl="1"/>
                      <a:r>
                        <a:rPr sz="2100" b="0">
                          <a:solidFill>
                            <a:srgbClr val="F2F4FF"/>
                          </a:solidFill>
                          <a:latin typeface="IBM Plex Sans Arabic"/>
                          <a:ea typeface="IBM Plex Sans Arabic"/>
                          <a:cs typeface="IBM Plex Sans Arabic"/>
                        </a:rPr>
                        <a:t>متعلم مبتدئ</a:t>
                      </a:r>
                    </a:p>
                  </a:txBody>
                  <a:tcPr marL="95250" marR="95250" marT="19050" marB="19050">
                    <a:solidFill>
                      <a:srgbClr val="192047"/>
                    </a:solidFill>
                  </a:tcPr>
                </a:tc>
                <a:tc>
                  <a:txBody>
                    <a:bodyPr/>
                    <a:lstStyle/>
                    <a:p>
                      <a:pPr algn="ctr"/>
                      <a:r>
                        <a:rPr sz="2100" b="0">
                          <a:solidFill>
                            <a:srgbClr val="F2F4FF"/>
                          </a:solidFill>
                          <a:latin typeface="IBM Plex Sans Arabic"/>
                          <a:ea typeface="IBM Plex Sans Arabic"/>
                          <a:cs typeface="IBM Plex Sans Arabic"/>
                        </a:rPr>
                        <a:t>T07</a:t>
                      </a:r>
                    </a:p>
                  </a:txBody>
                  <a:tcPr marL="95250" marR="95250" marT="19050" marB="19050">
                    <a:solidFill>
                      <a:srgbClr val="192047"/>
                    </a:solidFill>
                  </a:tcPr>
                </a:tc>
              </a:tr>
              <a:tr h="381000">
                <a:tc>
                  <a:txBody>
                    <a:bodyPr/>
                    <a:lstStyle/>
                    <a:p>
                      <a:pPr algn="ctr" rtl="1"/>
                      <a:r>
                        <a:rPr sz="2100" b="0">
                          <a:solidFill>
                            <a:srgbClr val="2EF2C2"/>
                          </a:solidFill>
                          <a:latin typeface="IBM Plex Sans Arabic"/>
                          <a:ea typeface="IBM Plex Sans Arabic"/>
                          <a:cs typeface="IBM Plex Sans Arabic"/>
                        </a:rPr>
                        <a:t>نجاح</a:t>
                      </a:r>
                    </a:p>
                  </a:txBody>
                  <a:tcPr marL="95250" marR="95250" marT="19050" marB="19050">
                    <a:solidFill>
                      <a:srgbClr val="141A3F"/>
                    </a:solidFill>
                  </a:tcPr>
                </a:tc>
                <a:tc>
                  <a:txBody>
                    <a:bodyPr/>
                    <a:lstStyle/>
                    <a:p>
                      <a:pPr algn="r" rtl="1"/>
                      <a:r>
                        <a:rPr sz="2100" b="0">
                          <a:solidFill>
                            <a:srgbClr val="F2F4FF"/>
                          </a:solidFill>
                          <a:latin typeface="IBM Plex Sans Arabic"/>
                          <a:ea typeface="IBM Plex Sans Arabic"/>
                          <a:cs typeface="IBM Plex Sans Arabic"/>
                        </a:rPr>
                        <a:t>حفظ المصطلح وشرحه المعتمد</a:t>
                      </a:r>
                    </a:p>
                  </a:txBody>
                  <a:tcPr marL="95250" marR="95250" marT="19050" marB="19050">
                    <a:solidFill>
                      <a:srgbClr val="141A3F"/>
                    </a:solidFill>
                  </a:tcPr>
                </a:tc>
                <a:tc>
                  <a:txBody>
                    <a:bodyPr/>
                    <a:lstStyle/>
                    <a:p>
                      <a:pPr algn="r" rtl="1"/>
                      <a:r>
                        <a:rPr sz="2100" b="0">
                          <a:solidFill>
                            <a:srgbClr val="F2F4FF"/>
                          </a:solidFill>
                          <a:latin typeface="IBM Plex Sans Arabic"/>
                          <a:ea typeface="IBM Plex Sans Arabic"/>
                          <a:cs typeface="IBM Plex Sans Arabic"/>
                        </a:rPr>
                        <a:t>ترجمة التوحيد</a:t>
                      </a:r>
                    </a:p>
                  </a:txBody>
                  <a:tcPr marL="95250" marR="95250" marT="19050" marB="19050">
                    <a:solidFill>
                      <a:srgbClr val="141A3F"/>
                    </a:solidFill>
                  </a:tcPr>
                </a:tc>
                <a:tc>
                  <a:txBody>
                    <a:bodyPr/>
                    <a:lstStyle/>
                    <a:p>
                      <a:pPr algn="ctr"/>
                      <a:r>
                        <a:rPr sz="2100" b="0">
                          <a:solidFill>
                            <a:srgbClr val="F2F4FF"/>
                          </a:solidFill>
                          <a:latin typeface="IBM Plex Sans Arabic"/>
                          <a:ea typeface="IBM Plex Sans Arabic"/>
                          <a:cs typeface="IBM Plex Sans Arabic"/>
                        </a:rPr>
                        <a:t>T08</a:t>
                      </a:r>
                    </a:p>
                  </a:txBody>
                  <a:tcPr marL="95250" marR="95250" marT="19050" marB="19050">
                    <a:solidFill>
                      <a:srgbClr val="141A3F"/>
                    </a:solidFill>
                  </a:tcPr>
                </a:tc>
              </a:tr>
              <a:tr h="381000">
                <a:tc>
                  <a:txBody>
                    <a:bodyPr/>
                    <a:lstStyle/>
                    <a:p>
                      <a:pPr algn="ctr" rtl="1"/>
                      <a:r>
                        <a:rPr sz="2100" b="0">
                          <a:solidFill>
                            <a:srgbClr val="2EF2C2"/>
                          </a:solidFill>
                          <a:latin typeface="IBM Plex Sans Arabic"/>
                          <a:ea typeface="IBM Plex Sans Arabic"/>
                          <a:cs typeface="IBM Plex Sans Arabic"/>
                        </a:rPr>
                        <a:t>نجاح</a:t>
                      </a:r>
                    </a:p>
                  </a:txBody>
                  <a:tcPr marL="95250" marR="95250" marT="19050" marB="19050">
                    <a:solidFill>
                      <a:srgbClr val="192047"/>
                    </a:solidFill>
                  </a:tcPr>
                </a:tc>
                <a:tc>
                  <a:txBody>
                    <a:bodyPr/>
                    <a:lstStyle/>
                    <a:p>
                      <a:pPr algn="r" rtl="1"/>
                      <a:r>
                        <a:rPr sz="2100" b="0">
                          <a:solidFill>
                            <a:srgbClr val="F2F4FF"/>
                          </a:solidFill>
                          <a:latin typeface="IBM Plex Sans Arabic"/>
                          <a:ea typeface="IBM Plex Sans Arabic"/>
                          <a:cs typeface="IBM Plex Sans Arabic"/>
                        </a:rPr>
                        <a:t>جواب محترم دون مجاراة العداء</a:t>
                      </a:r>
                    </a:p>
                  </a:txBody>
                  <a:tcPr marL="95250" marR="95250" marT="19050" marB="19050">
                    <a:solidFill>
                      <a:srgbClr val="192047"/>
                    </a:solidFill>
                  </a:tcPr>
                </a:tc>
                <a:tc>
                  <a:txBody>
                    <a:bodyPr/>
                    <a:lstStyle/>
                    <a:p>
                      <a:pPr algn="r" rtl="1"/>
                      <a:r>
                        <a:rPr sz="2100" b="0">
                          <a:solidFill>
                            <a:srgbClr val="F2F4FF"/>
                          </a:solidFill>
                          <a:latin typeface="IBM Plex Sans Arabic"/>
                          <a:ea typeface="IBM Plex Sans Arabic"/>
                          <a:cs typeface="IBM Plex Sans Arabic"/>
                        </a:rPr>
                        <a:t>سؤال عدائي</a:t>
                      </a:r>
                    </a:p>
                  </a:txBody>
                  <a:tcPr marL="95250" marR="95250" marT="19050" marB="19050">
                    <a:solidFill>
                      <a:srgbClr val="192047"/>
                    </a:solidFill>
                  </a:tcPr>
                </a:tc>
                <a:tc>
                  <a:txBody>
                    <a:bodyPr/>
                    <a:lstStyle/>
                    <a:p>
                      <a:pPr algn="ctr"/>
                      <a:r>
                        <a:rPr sz="2100" b="0">
                          <a:solidFill>
                            <a:srgbClr val="F2F4FF"/>
                          </a:solidFill>
                          <a:latin typeface="IBM Plex Sans Arabic"/>
                          <a:ea typeface="IBM Plex Sans Arabic"/>
                          <a:cs typeface="IBM Plex Sans Arabic"/>
                        </a:rPr>
                        <a:t>T09</a:t>
                      </a:r>
                    </a:p>
                  </a:txBody>
                  <a:tcPr marL="95250" marR="95250" marT="19050" marB="19050">
                    <a:solidFill>
                      <a:srgbClr val="192047"/>
                    </a:solidFill>
                  </a:tcPr>
                </a:tc>
              </a:tr>
              <a:tr h="381000">
                <a:tc>
                  <a:txBody>
                    <a:bodyPr/>
                    <a:lstStyle/>
                    <a:p>
                      <a:pPr algn="ctr" rtl="1"/>
                      <a:r>
                        <a:rPr sz="2100" b="0">
                          <a:solidFill>
                            <a:srgbClr val="2EF2C2"/>
                          </a:solidFill>
                          <a:latin typeface="IBM Plex Sans Arabic"/>
                          <a:ea typeface="IBM Plex Sans Arabic"/>
                          <a:cs typeface="IBM Plex Sans Arabic"/>
                        </a:rPr>
                        <a:t>نجاح</a:t>
                      </a:r>
                    </a:p>
                  </a:txBody>
                  <a:tcPr marL="95250" marR="95250" marT="19050" marB="19050">
                    <a:solidFill>
                      <a:srgbClr val="141A3F"/>
                    </a:solidFill>
                  </a:tcPr>
                </a:tc>
                <a:tc>
                  <a:txBody>
                    <a:bodyPr/>
                    <a:lstStyle/>
                    <a:p>
                      <a:pPr algn="r" rtl="1"/>
                      <a:r>
                        <a:rPr sz="2100" b="0">
                          <a:solidFill>
                            <a:srgbClr val="F2F4FF"/>
                          </a:solidFill>
                          <a:latin typeface="IBM Plex Sans Arabic"/>
                          <a:ea typeface="IBM Plex Sans Arabic"/>
                          <a:cs typeface="IBM Plex Sans Arabic"/>
                        </a:rPr>
                        <a:t>تمييز الآراء ونسبتها للمصادر</a:t>
                      </a:r>
                    </a:p>
                  </a:txBody>
                  <a:tcPr marL="95250" marR="95250" marT="19050" marB="19050">
                    <a:solidFill>
                      <a:srgbClr val="141A3F"/>
                    </a:solidFill>
                  </a:tcPr>
                </a:tc>
                <a:tc>
                  <a:txBody>
                    <a:bodyPr/>
                    <a:lstStyle/>
                    <a:p>
                      <a:pPr algn="r" rtl="1"/>
                      <a:r>
                        <a:rPr sz="2100" b="0">
                          <a:solidFill>
                            <a:srgbClr val="F2F4FF"/>
                          </a:solidFill>
                          <a:latin typeface="IBM Plex Sans Arabic"/>
                          <a:ea typeface="IBM Plex Sans Arabic"/>
                          <a:cs typeface="IBM Plex Sans Arabic"/>
                        </a:rPr>
                        <a:t>إجماع أو اختلاف</a:t>
                      </a:r>
                    </a:p>
                  </a:txBody>
                  <a:tcPr marL="95250" marR="95250" marT="19050" marB="19050">
                    <a:solidFill>
                      <a:srgbClr val="141A3F"/>
                    </a:solidFill>
                  </a:tcPr>
                </a:tc>
                <a:tc>
                  <a:txBody>
                    <a:bodyPr/>
                    <a:lstStyle/>
                    <a:p>
                      <a:pPr algn="ctr"/>
                      <a:r>
                        <a:rPr sz="2100" b="0">
                          <a:solidFill>
                            <a:srgbClr val="F2F4FF"/>
                          </a:solidFill>
                          <a:latin typeface="IBM Plex Sans Arabic"/>
                          <a:ea typeface="IBM Plex Sans Arabic"/>
                          <a:cs typeface="IBM Plex Sans Arabic"/>
                        </a:rPr>
                        <a:t>T10</a:t>
                      </a:r>
                    </a:p>
                  </a:txBody>
                  <a:tcPr marL="95250" marR="95250" marT="19050" marB="19050">
                    <a:solidFill>
                      <a:srgbClr val="141A3F"/>
                    </a:solidFill>
                  </a:tcPr>
                </a:tc>
              </a:tr>
              <a:tr h="381000">
                <a:tc>
                  <a:txBody>
                    <a:bodyPr/>
                    <a:lstStyle/>
                    <a:p>
                      <a:pPr algn="ctr" rtl="1"/>
                      <a:r>
                        <a:rPr sz="2100" b="0">
                          <a:solidFill>
                            <a:srgbClr val="2EF2C2"/>
                          </a:solidFill>
                          <a:latin typeface="IBM Plex Sans Arabic"/>
                          <a:ea typeface="IBM Plex Sans Arabic"/>
                          <a:cs typeface="IBM Plex Sans Arabic"/>
                        </a:rPr>
                        <a:t>نجاح</a:t>
                      </a:r>
                    </a:p>
                  </a:txBody>
                  <a:tcPr marL="95250" marR="95250" marT="19050" marB="19050">
                    <a:solidFill>
                      <a:srgbClr val="192047"/>
                    </a:solidFill>
                  </a:tcPr>
                </a:tc>
                <a:tc>
                  <a:txBody>
                    <a:bodyPr/>
                    <a:lstStyle/>
                    <a:p>
                      <a:pPr algn="r" rtl="1"/>
                      <a:r>
                        <a:rPr sz="2100" b="0">
                          <a:solidFill>
                            <a:srgbClr val="F2F4FF"/>
                          </a:solidFill>
                          <a:latin typeface="IBM Plex Sans Arabic"/>
                          <a:ea typeface="IBM Plex Sans Arabic"/>
                          <a:cs typeface="IBM Plex Sans Arabic"/>
                        </a:rPr>
                        <a:t>تصحيح الاقتباس من المصدر</a:t>
                      </a:r>
                    </a:p>
                  </a:txBody>
                  <a:tcPr marL="95250" marR="95250" marT="19050" marB="19050">
                    <a:solidFill>
                      <a:srgbClr val="192047"/>
                    </a:solidFill>
                  </a:tcPr>
                </a:tc>
                <a:tc>
                  <a:txBody>
                    <a:bodyPr/>
                    <a:lstStyle/>
                    <a:p>
                      <a:pPr algn="r" rtl="1"/>
                      <a:r>
                        <a:rPr sz="2100" b="0">
                          <a:solidFill>
                            <a:srgbClr val="F2F4FF"/>
                          </a:solidFill>
                          <a:latin typeface="IBM Plex Sans Arabic"/>
                          <a:ea typeface="IBM Plex Sans Arabic"/>
                          <a:cs typeface="IBM Plex Sans Arabic"/>
                        </a:rPr>
                        <a:t>آية محرفة</a:t>
                      </a:r>
                    </a:p>
                  </a:txBody>
                  <a:tcPr marL="95250" marR="95250" marT="19050" marB="19050">
                    <a:solidFill>
                      <a:srgbClr val="192047"/>
                    </a:solidFill>
                  </a:tcPr>
                </a:tc>
                <a:tc>
                  <a:txBody>
                    <a:bodyPr/>
                    <a:lstStyle/>
                    <a:p>
                      <a:pPr algn="ctr"/>
                      <a:r>
                        <a:rPr sz="2100" b="0">
                          <a:solidFill>
                            <a:srgbClr val="F2F4FF"/>
                          </a:solidFill>
                          <a:latin typeface="IBM Plex Sans Arabic"/>
                          <a:ea typeface="IBM Plex Sans Arabic"/>
                          <a:cs typeface="IBM Plex Sans Arabic"/>
                        </a:rPr>
                        <a:t>T11</a:t>
                      </a:r>
                    </a:p>
                  </a:txBody>
                  <a:tcPr marL="95250" marR="95250" marT="19050" marB="19050">
                    <a:solidFill>
                      <a:srgbClr val="192047"/>
                    </a:solidFill>
                  </a:tcPr>
                </a:tc>
              </a:tr>
              <a:tr h="381000">
                <a:tc>
                  <a:txBody>
                    <a:bodyPr/>
                    <a:lstStyle/>
                    <a:p>
                      <a:pPr algn="ctr" rtl="1"/>
                      <a:r>
                        <a:rPr sz="2100" b="0">
                          <a:solidFill>
                            <a:srgbClr val="2EF2C2"/>
                          </a:solidFill>
                          <a:latin typeface="IBM Plex Sans Arabic"/>
                          <a:ea typeface="IBM Plex Sans Arabic"/>
                          <a:cs typeface="IBM Plex Sans Arabic"/>
                        </a:rPr>
                        <a:t>نجاح</a:t>
                      </a:r>
                    </a:p>
                  </a:txBody>
                  <a:tcPr marL="95250" marR="95250" marT="19050" marB="19050">
                    <a:solidFill>
                      <a:srgbClr val="141A3F"/>
                    </a:solidFill>
                  </a:tcPr>
                </a:tc>
                <a:tc>
                  <a:txBody>
                    <a:bodyPr/>
                    <a:lstStyle/>
                    <a:p>
                      <a:pPr algn="r" rtl="1"/>
                      <a:r>
                        <a:rPr sz="2100" b="0">
                          <a:solidFill>
                            <a:srgbClr val="F2F4FF"/>
                          </a:solidFill>
                          <a:latin typeface="IBM Plex Sans Arabic"/>
                          <a:ea typeface="IBM Plex Sans Arabic"/>
                          <a:cs typeface="IBM Plex Sans Arabic"/>
                        </a:rPr>
                        <a:t>شرح الدعوة بالفرنسية دون اختزال</a:t>
                      </a:r>
                    </a:p>
                  </a:txBody>
                  <a:tcPr marL="95250" marR="95250" marT="19050" marB="19050">
                    <a:solidFill>
                      <a:srgbClr val="141A3F"/>
                    </a:solidFill>
                  </a:tcPr>
                </a:tc>
                <a:tc>
                  <a:txBody>
                    <a:bodyPr/>
                    <a:lstStyle/>
                    <a:p>
                      <a:pPr algn="r" rtl="1"/>
                      <a:r>
                        <a:rPr sz="2100" b="0">
                          <a:solidFill>
                            <a:srgbClr val="F2F4FF"/>
                          </a:solidFill>
                          <a:latin typeface="IBM Plex Sans Arabic"/>
                          <a:ea typeface="IBM Plex Sans Arabic"/>
                          <a:cs typeface="IBM Plex Sans Arabic"/>
                        </a:rPr>
                        <a:t>مفهوم ثقافي</a:t>
                      </a:r>
                    </a:p>
                  </a:txBody>
                  <a:tcPr marL="95250" marR="95250" marT="19050" marB="19050">
                    <a:solidFill>
                      <a:srgbClr val="141A3F"/>
                    </a:solidFill>
                  </a:tcPr>
                </a:tc>
                <a:tc>
                  <a:txBody>
                    <a:bodyPr/>
                    <a:lstStyle/>
                    <a:p>
                      <a:pPr algn="ctr"/>
                      <a:r>
                        <a:rPr sz="2100" b="0">
                          <a:solidFill>
                            <a:srgbClr val="F2F4FF"/>
                          </a:solidFill>
                          <a:latin typeface="IBM Plex Sans Arabic"/>
                          <a:ea typeface="IBM Plex Sans Arabic"/>
                          <a:cs typeface="IBM Plex Sans Arabic"/>
                        </a:rPr>
                        <a:t>T12</a:t>
                      </a:r>
                    </a:p>
                  </a:txBody>
                  <a:tcPr marL="95250" marR="95250" marT="19050" marB="19050">
                    <a:solidFill>
                      <a:srgbClr val="141A3F"/>
                    </a:solidFill>
                  </a:tcPr>
                </a:tc>
              </a:tr>
            </a:tbl>
          </a:graphicData>
        </a:graphic>
      </p:graphicFrame>
      <p:sp>
        <p:nvSpPr>
          <p:cNvPr id="652" name="تشغيل فعلي كامل دون إعادة استخدام إجابات">
            <a:extLst>
              <a:ext uri="{FF2B5EF4-FFF2-40B4-BE49-F238E27FC236}">
                <ns3:creationId id="{885BEB28-242E-420E-B648-76B8F9B8D19D}"/>
              </a:ext>
            </a:extLst>
          </p:cNvPr>
          <p:cNvSpPr>
            <a:spLocks noGrp="1"/>
          </p:cNvSpPr>
          <p:nvPr/>
        </p:nvSpPr>
        <p:spPr>
          <a:xfrm>
            <a:off x="1666875" y="9334500"/>
            <a:ext cx="14954250" cy="428625"/>
          </a:xfrm>
          <a:prstGeom prst="rect">
            <a:avLst/>
          </a:prstGeom>
          <a:noFill/>
          <a:ln w="0">
            <a:noFill/>
          </a:ln>
        </p:spPr>
        <p:txBody>
          <a:bodyPr anchor="ctr">
            <a:noAutofit/>
          </a:bodyPr>
          <a:lstStyle/>
          <a:p>
            <a:pPr algn="r" rtl="1">
              <a:defRPr sz="1875" b="0">
                <a:solidFill>
                  <a:srgbClr val="C7CDED"/>
                </a:solidFill>
                <a:latin typeface="IBM Plex Sans Arabic"/>
                <a:ea typeface="IBM Plex Sans Arabic"/>
                <a:cs typeface="IBM Plex Sans Arabic"/>
              </a:defRPr>
            </a:pPr>
            <a:r>
              <a:rPr sz="1875" b="0">
                <a:solidFill>
                  <a:srgbClr val="C7CDED"/>
                </a:solidFill>
                <a:latin typeface="IBM Plex Sans Arabic"/>
                <a:ea typeface="IBM Plex Sans Arabic"/>
                <a:cs typeface="IBM Plex Sans Arabic"/>
              </a:rPr>
              <a:t>تشغيل فعلي كامل دون إعادة استخدام إجابات سابقة</a:t>
            </a:r>
          </a:p>
        </p:txBody>
      </p:sp>
    </p:spTree>
    <p:extLst>
      <p:ext uri="{BB962C8B-B14F-4D97-AF65-F5344CB8AC3E}">
        <ns4:creationId val="1705357318"/>
      </p:ext>
    </p:extLst>
  </p:cSld>
</p:sld>
</file>

<file path=ppt/slides/slide8.xml><?xml version="1.0" encoding="utf-8"?>
<p:sld xmlns:a="http://schemas.openxmlformats.org/drawingml/2006/main" xmlns:ns2="http://schemas.openxmlformats.org/officeDocument/2006/relationships" xmlns:ns3="http://schemas.microsoft.com/office/drawing/2014/main" xmlns:ns4="http://schemas.microsoft.com/office/powerpoint/2010/main" xmlns:p="http://schemas.openxmlformats.org/presentationml/2006/main">
  <p:cSld>
    <p:spTree>
      <p:nvGrpSpPr>
        <p:cNvPr id="1" name=""/>
        <p:cNvGrpSpPr/>
        <p:nvPr/>
      </p:nvGrpSpPr>
      <p:grpSpPr>
        <a:xfrm/>
      </p:grpSpPr>
      <p:pic>
        <p:nvPicPr>
          <p:cNvPr id="938" name="Google Shape;914;p31"/>
          <p:cNvPicPr>
            <a:picLocks noChangeAspect="1"/>
          </p:cNvPicPr>
          <p:nvPr/>
        </p:nvPicPr>
        <p:blipFill>
          <a:blip ns2:embed="R2e94a99cd70f4cc5">
            <a:alphaModFix/>
          </a:blip>
          <a:stretch>
            <a:fillRect l="0" t="0" r="0" b="0"/>
          </a:stretch>
        </p:blipFill>
        <p:spPr>
          <a:xfrm>
            <a:off x="0" y="0"/>
            <a:ext cx="18288000" cy="10287000"/>
          </a:xfrm>
          <a:prstGeom prst="rect">
            <a:avLst/>
          </a:prstGeom>
          <a:ln>
            <a:noFill/>
          </a:ln>
        </p:spPr>
      </p:pic>
      <p:sp>
        <p:nvSpPr>
          <p:cNvPr id="915" name="Google Shape;915;p31">
            <a:extLst>
              <a:ext uri="{FF2B5EF4-FFF2-40B4-BE49-F238E27FC236}">
                <ns3:creationId id="{4D140D49-1712-43D3-A512-FDAB6895710C}"/>
              </a:ext>
            </a:extLst>
          </p:cNvPr>
          <p:cNvSpPr>
            <a:spLocks noGrp="1"/>
          </p:cNvSpPr>
          <p:nvPr>
            <p:ph type="body" idx="1"/>
          </p:nvPr>
        </p:nvSpPr>
        <p:spPr>
          <a:xfrm>
            <a:off x="3810000" y="5676900"/>
            <a:ext cx="10668000" cy="7431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2700"/>
              <a:buNone/>
              <a:defRPr sz="3900">
                <a:solidFill>
                  <a:srgbClr val="F2F4FF"/>
                </a:solidFill>
                <a:latin typeface="The Year of The Camel"/>
                <a:ea typeface="The Year of The Camel"/>
                <a:cs typeface="The Year of The Camel"/>
              </a:defRPr>
            </a:pPr>
            <a:r>
              <a:rPr sz="3900" b="0">
                <a:solidFill>
                  <a:srgbClr val="F2F4FF"/>
                </a:solidFill>
                <a:latin typeface="The Year of The Camel"/>
                <a:ea typeface="The Year of The Camel"/>
                <a:cs typeface="The Year of The Camel"/>
              </a:rPr>
              <a:t>معرفة موثقة تصل إلى جمهورها</a:t>
            </a:r>
            <a:endParaRPr/>
          </a:p>
        </p:txBody>
      </p:sp>
      <p:sp>
        <p:nvSpPr>
          <p:cNvPr id="916" name="Google Shape;916;p31">
            <a:extLst>
              <a:ext uri="{FF2B5EF4-FFF2-40B4-BE49-F238E27FC236}">
                <ns3:creationId id="{8B1D4CBE-A8F4-48BA-8061-EB2F063A0280}"/>
              </a:ext>
            </a:extLst>
          </p:cNvPr>
          <p:cNvSpPr>
            <a:spLocks noGrp="1"/>
          </p:cNvSpPr>
          <p:nvPr>
            <p:ph type="body" idx="2"/>
          </p:nvPr>
        </p:nvSpPr>
        <p:spPr>
          <a:xfrm>
            <a:off x="3810000" y="6653200"/>
            <a:ext cx="10668000" cy="666900"/>
          </a:xfrm>
          <a:prstGeom prst="rect">
            <a:avLst/>
          </a:prstGeom>
          <a:noFill/>
          <a:ln>
            <a:noFill/>
          </a:ln>
        </p:spPr>
        <p:txBody>
          <a:bodyPr spcFirstLastPara="1" wrap="square" lIns="0" tIns="0" rIns="0" bIns="0" anchor="t">
            <a:noAutofit/>
          </a:bodyPr>
          <a:lstStyle/>
          <a:p>
            <a:pPr marL="0" lvl="0" indent="0" algn="r">
              <a:lnSpc>
                <a:spcPct val="100000"/>
              </a:lnSpc>
              <a:spcBef>
                <a:spcPts val="0"/>
              </a:spcBef>
              <a:spcAft>
                <a:spcPts val="0"/>
              </a:spcAft>
              <a:buSzPts val="2100"/>
              <a:buNone/>
              <a:defRPr sz="2250">
                <a:solidFill>
                  <a:srgbClr val="C7CDED"/>
                </a:solidFill>
                <a:latin typeface="IBM Plex Sans Arabic"/>
                <a:ea typeface="IBM Plex Sans Arabic"/>
                <a:cs typeface="IBM Plex Sans Arabic"/>
              </a:defRPr>
            </a:pPr>
            <a:r>
              <a:rPr sz="2250" b="0">
                <a:solidFill>
                  <a:srgbClr val="C7CDED"/>
                </a:solidFill>
                <a:latin typeface="IBM Plex Sans Arabic"/>
                <a:ea typeface="IBM Plex Sans Arabic"/>
                <a:cs typeface="IBM Plex Sans Arabic"/>
              </a:rPr>
              <a:t>github.com/AbdulhamidObeid/BayanAI</a:t>
            </a:r>
            <a:endParaRPr/>
          </a:p>
        </p:txBody>
      </p:sp>
      <p:sp>
        <p:nvSpPr>
          <p:cNvPr id="917" name="Google Shape;917;p31">
            <a:extLst>
              <a:ext uri="{FF2B5EF4-FFF2-40B4-BE49-F238E27FC236}">
                <ns3:creationId id="{84F45C61-EB57-42F0-951C-9A061C651B95}"/>
              </a:ext>
            </a:extLst>
          </p:cNvPr>
          <p:cNvSpPr>
            <a:spLocks noGrp="1"/>
          </p:cNvSpPr>
          <p:nvPr>
            <p:ph type="title" idx="0"/>
          </p:nvPr>
        </p:nvSpPr>
        <p:spPr>
          <a:xfrm>
            <a:off x="3810000" y="3819525"/>
            <a:ext cx="10668000" cy="1428900"/>
          </a:xfrm>
          <a:prstGeom prst="rect">
            <a:avLst/>
          </a:prstGeom>
          <a:noFill/>
          <a:ln>
            <a:noFill/>
          </a:ln>
        </p:spPr>
        <p:txBody>
          <a:bodyPr spcFirstLastPara="1" wrap="square" lIns="0" tIns="0" rIns="0" bIns="0" anchor="t">
            <a:noAutofit/>
          </a:bodyPr>
          <a:lstStyle/>
          <a:p>
            <a:pPr marL="0" lvl="0" indent="0" algn="r" rtl="1">
              <a:lnSpc>
                <a:spcPct val="100000"/>
              </a:lnSpc>
              <a:spcBef>
                <a:spcPts val="0"/>
              </a:spcBef>
              <a:spcAft>
                <a:spcPts val="0"/>
              </a:spcAft>
              <a:buSzPts val="7200"/>
              <a:buNone/>
              <a:defRPr sz="8400">
                <a:solidFill>
                  <a:srgbClr val="2EF2C2"/>
                </a:solidFill>
                <a:latin typeface="The Year of The Camel"/>
                <a:ea typeface="The Year of The Camel"/>
                <a:cs typeface="The Year of The Camel"/>
              </a:defRPr>
            </a:pPr>
            <a:r>
              <a:rPr sz="8400" b="1">
                <a:solidFill>
                  <a:srgbClr val="2EF2C2"/>
                </a:solidFill>
                <a:latin typeface="The Year of The Camel"/>
                <a:ea typeface="The Year of The Camel"/>
                <a:cs typeface="The Year of The Camel"/>
              </a:rPr>
              <a:t>بَيان</a:t>
            </a:r>
            <a:endParaRPr/>
          </a:p>
        </p:txBody>
      </p:sp>
      <p:pic>
        <p:nvPicPr>
          <p:cNvPr id="942" name="Google Shape;918;p31"/>
          <p:cNvPicPr>
            <a:picLocks noChangeAspect="1"/>
          </p:cNvPicPr>
          <p:nvPr/>
        </p:nvPicPr>
        <p:blipFill>
          <a:blip ns2:embed="R1b853e5a7dcc48a6">
            <a:alphaModFix/>
          </a:blip>
          <a:stretch>
            <a:fillRect l="0" t="0" r="0" b="0"/>
          </a:stretch>
        </p:blipFill>
        <p:spPr>
          <a:xfrm>
            <a:off x="3158450" y="1277075"/>
            <a:ext cx="6546002" cy="1678025"/>
          </a:xfrm>
          <a:prstGeom prst="rect">
            <a:avLst/>
          </a:prstGeom>
          <a:ln>
            <a:noFill/>
          </a:ln>
        </p:spPr>
      </p:pic>
      <p:pic>
        <p:nvPicPr>
          <p:cNvPr id="943" name="Google Shape;919;p31"/>
          <p:cNvPicPr>
            <a:picLocks noChangeAspect="1"/>
          </p:cNvPicPr>
          <p:nvPr/>
        </p:nvPicPr>
        <p:blipFill rotWithShape="1">
          <a:blip ns2:embed="Rf3b3935e05c5452e">
            <a:alphaModFix/>
          </a:blip>
          <a:srcRect l="0" t="0" r="0" b="0"/>
          <a:stretch/>
        </p:blipFill>
        <p:spPr>
          <a:xfrm>
            <a:off x="13237879" y="1460433"/>
            <a:ext cx="1891696" cy="1195990"/>
          </a:xfrm>
          <a:prstGeom prst="rect">
            <a:avLst/>
          </a:prstGeom>
          <a:ln>
            <a:noFill/>
          </a:ln>
        </p:spPr>
      </p:pic>
      <p:pic>
        <p:nvPicPr>
          <p:cNvPr id="944" name="Google Shape;920;p31"/>
          <p:cNvPicPr>
            <a:picLocks noChangeAspect="1"/>
          </p:cNvPicPr>
          <p:nvPr/>
        </p:nvPicPr>
        <p:blipFill>
          <a:blip ns2:embed="Racbf910b2db54695">
            <a:alphaModFix/>
          </a:blip>
          <a:stretch>
            <a:fillRect l="0" t="0" r="0" b="0"/>
          </a:stretch>
        </p:blipFill>
        <p:spPr>
          <a:xfrm>
            <a:off x="10056994" y="1261812"/>
            <a:ext cx="2908672" cy="1708549"/>
          </a:xfrm>
          <a:prstGeom prst="rect">
            <a:avLst/>
          </a:prstGeom>
          <a:ln>
            <a:noFill/>
          </a:ln>
        </p:spPr>
      </p:pic>
      <p:pic>
        <p:nvPicPr>
          <p:cNvPr id="945" name="Google Shape;921;p31"/>
          <p:cNvPicPr>
            <a:picLocks noChangeAspect="1"/>
          </p:cNvPicPr>
          <p:nvPr/>
        </p:nvPicPr>
        <p:blipFill>
          <a:blip ns2:embed="Rbb7c471717974ae8">
            <a:alphaModFix/>
          </a:blip>
          <a:stretch>
            <a:fillRect l="0" t="0" r="0" b="0"/>
          </a:stretch>
        </p:blipFill>
        <p:spPr>
          <a:xfrm>
            <a:off x="7750489" y="7716733"/>
            <a:ext cx="2292680" cy="1346725"/>
          </a:xfrm>
          <a:prstGeom prst="rect">
            <a:avLst/>
          </a:prstGeom>
          <a:ln>
            <a:noFill/>
          </a:ln>
        </p:spPr>
      </p:pic>
      <p:pic>
        <p:nvPicPr>
          <p:cNvPr id="946" name="Google Shape;922;p31"/>
          <p:cNvPicPr>
            <a:picLocks noChangeAspect="1"/>
          </p:cNvPicPr>
          <p:nvPr/>
        </p:nvPicPr>
        <p:blipFill>
          <a:blip ns2:embed="Rd5451c4bf84e494e">
            <a:alphaModFix/>
          </a:blip>
          <a:stretch>
            <a:fillRect l="0" t="0" r="0" b="0"/>
          </a:stretch>
        </p:blipFill>
        <p:spPr>
          <a:xfrm>
            <a:off x="3179331" y="7929122"/>
            <a:ext cx="1570852" cy="921955"/>
          </a:xfrm>
          <a:prstGeom prst="rect">
            <a:avLst/>
          </a:prstGeom>
          <a:ln>
            <a:noFill/>
          </a:ln>
        </p:spPr>
      </p:pic>
      <p:pic>
        <p:nvPicPr>
          <p:cNvPr id="947" name="Google Shape;923;p31"/>
          <p:cNvPicPr>
            <a:picLocks noChangeAspect="1"/>
          </p:cNvPicPr>
          <p:nvPr/>
        </p:nvPicPr>
        <p:blipFill>
          <a:blip ns2:embed="R9d55af25bc974953">
            <a:alphaModFix/>
          </a:blip>
          <a:stretch>
            <a:fillRect l="0" t="0" r="0" b="0"/>
          </a:stretch>
        </p:blipFill>
        <p:spPr>
          <a:xfrm>
            <a:off x="5373933" y="7875719"/>
            <a:ext cx="1752806" cy="1028753"/>
          </a:xfrm>
          <a:prstGeom prst="rect">
            <a:avLst/>
          </a:prstGeom>
          <a:ln>
            <a:noFill/>
          </a:ln>
        </p:spPr>
      </p:pic>
      <p:sp>
        <p:nvSpPr>
          <p:cNvPr id="924" name="Google Shape;924;p31">
            <a:extLst>
              <a:ext uri="{FF2B5EF4-FFF2-40B4-BE49-F238E27FC236}">
                <ns3:creationId id="{2300B5B5-106E-4F64-9471-D925938F298F}"/>
              </a:ext>
            </a:extLst>
          </p:cNvPr>
          <p:cNvSpPr>
            <a:spLocks noGrp="1"/>
          </p:cNvSpPr>
          <p:nvPr/>
        </p:nvSpPr>
        <p:spPr>
          <a:xfrm>
            <a:off x="14046675" y="8254733"/>
            <a:ext cx="1062000" cy="295800"/>
          </a:xfrm>
          <a:prstGeom prst="rect">
            <a:avLst/>
          </a:prstGeom>
          <a:noFill/>
          <a:ln>
            <a:noFill/>
          </a:ln>
        </p:spPr>
        <p:txBody>
          <a:bodyPr spcFirstLastPara="1" wrap="square" lIns="0" tIns="0" rIns="0" bIns="0" anchor="t">
            <a:noAutofit/>
          </a:bodyPr>
          <a:lstStyle/>
          <a:p>
            <a:pPr marL="0" lvl="0" indent="0" algn="r" rtl="1">
              <a:spcBef>
                <a:spcPts val="0"/>
              </a:spcBef>
              <a:spcAft>
                <a:spcPts val="0"/>
              </a:spcAft>
              <a:buNone/>
            </a:pPr>
            <a:r>
              <a:rPr sz="1800">
                <a:solidFill>
                  <a:srgbClr val="2EF2C2"/>
                </a:solidFill>
                <a:latin typeface="Readex Pro"/>
                <a:ea typeface="Readex Pro"/>
                <a:cs typeface="Readex Pro"/>
              </a:rPr>
              <a:t>شركاؤنا</a:t>
            </a:r>
            <a:r>
              <a:rPr>
                <a:solidFill>
                  <a:srgbClr val="2EF2C2"/>
                </a:solidFill>
                <a:latin typeface="Readex Pro"/>
                <a:ea typeface="Readex Pro"/>
                <a:cs typeface="Readex Pro"/>
              </a:rPr>
              <a:t>:</a:t>
            </a:r>
            <a:endParaRPr sz="1800">
              <a:solidFill>
                <a:srgbClr val="2EF2C2"/>
              </a:solidFill>
              <a:latin typeface="Readex Pro"/>
              <a:ea typeface="Readex Pro"/>
              <a:cs typeface="Readex Pro"/>
            </a:endParaRPr>
          </a:p>
        </p:txBody>
      </p:sp>
      <p:cxnSp>
        <p:nvCxnSpPr>
          <p:cNvPr id="949" name="Google Shape;925;p31"/>
          <p:cNvCxnSpPr/>
          <p:nvPr/>
        </p:nvCxnSpPr>
        <p:spPr>
          <a:xfrm>
            <a:off x="7456246" y="8142400"/>
            <a:ext cx="0" cy="453600"/>
          </a:xfrm>
          <a:prstGeom prst="straightConnector1">
            <a:avLst/>
          </a:prstGeom>
          <a:ln w="9525" cap="flat">
            <a:solidFill>
              <a:srgbClr val="2EF2C2"/>
            </a:solidFill>
            <a:prstDash val="solid"/>
            <a:round/>
            <a:headEnd type="none" w="med" len="med"/>
            <a:tailEnd type="none" w="med" len="med"/>
          </a:ln>
        </p:spPr>
      </p:cxnSp>
      <p:cxnSp>
        <p:nvCxnSpPr>
          <p:cNvPr id="950" name="Google Shape;926;p31"/>
          <p:cNvCxnSpPr/>
          <p:nvPr/>
        </p:nvCxnSpPr>
        <p:spPr>
          <a:xfrm>
            <a:off x="5075007" y="8142400"/>
            <a:ext cx="0" cy="453600"/>
          </a:xfrm>
          <a:prstGeom prst="straightConnector1">
            <a:avLst/>
          </a:prstGeom>
          <a:ln w="9525" cap="flat">
            <a:solidFill>
              <a:srgbClr val="2EF2C2"/>
            </a:solidFill>
            <a:prstDash val="solid"/>
            <a:round/>
            <a:headEnd type="none" w="med" len="med"/>
            <a:tailEnd type="none" w="med" len="med"/>
          </a:ln>
        </p:spPr>
      </p:cxnSp>
      <p:pic>
        <p:nvPicPr>
          <p:cNvPr id="951" name="Google Shape;927;p31"/>
          <p:cNvPicPr>
            <a:picLocks noChangeAspect="1"/>
          </p:cNvPicPr>
          <p:nvPr/>
        </p:nvPicPr>
        <p:blipFill>
          <a:blip ns2:embed="Reee4accce3d047db">
            <a:alphaModFix/>
          </a:blip>
          <a:stretch>
            <a:fillRect l="0" t="0" r="0" b="0"/>
          </a:stretch>
        </p:blipFill>
        <p:spPr>
          <a:xfrm>
            <a:off x="10602750" y="7979050"/>
            <a:ext cx="3035650" cy="847150"/>
          </a:xfrm>
          <a:prstGeom prst="rect">
            <a:avLst/>
          </a:prstGeom>
          <a:ln>
            <a:noFill/>
          </a:ln>
        </p:spPr>
      </p:pic>
      <p:cxnSp>
        <p:nvCxnSpPr>
          <p:cNvPr id="952" name="Google Shape;928;p31"/>
          <p:cNvCxnSpPr/>
          <p:nvPr/>
        </p:nvCxnSpPr>
        <p:spPr>
          <a:xfrm>
            <a:off x="10366904" y="8142400"/>
            <a:ext cx="0" cy="453600"/>
          </a:xfrm>
          <a:prstGeom prst="straightConnector1">
            <a:avLst/>
          </a:prstGeom>
          <a:ln w="9525" cap="flat">
            <a:solidFill>
              <a:srgbClr val="2EF2C2"/>
            </a:solidFill>
            <a:prstDash val="solid"/>
            <a:round/>
            <a:headEnd type="none" w="med" len="med"/>
            <a:tailEnd type="none" w="med" len="med"/>
          </a:ln>
        </p:spPr>
      </p:cxnSp>
      <p:sp>
        <p:nvSpPr>
          <p:cNvPr id="937" name="للمتعلمين ومعدّي المحتوى والمراكز الدعوي">
            <a:extLst>
              <a:ext uri="{FF2B5EF4-FFF2-40B4-BE49-F238E27FC236}">
                <ns3:creationId id="{501925C3-7BF6-408B-8B89-553BCC7F4BA9}"/>
              </a:ext>
            </a:extLst>
          </p:cNvPr>
          <p:cNvSpPr>
            <a:spLocks noGrp="1"/>
          </p:cNvSpPr>
          <p:nvPr/>
        </p:nvSpPr>
        <p:spPr>
          <a:xfrm>
            <a:off x="2857500" y="7429500"/>
            <a:ext cx="12573000" cy="619125"/>
          </a:xfrm>
          <a:prstGeom prst="rect">
            <a:avLst/>
          </a:prstGeom>
          <a:noFill/>
          <a:ln w="0">
            <a:noFill/>
          </a:ln>
        </p:spPr>
        <p:txBody>
          <a:bodyPr anchor="ctr">
            <a:noAutofit/>
          </a:bodyPr>
          <a:lstStyle/>
          <a:p>
            <a:pPr algn="ctr" rtl="1">
              <a:defRPr sz="2700" b="0">
                <a:solidFill>
                  <a:srgbClr val="F2F4FF"/>
                </a:solidFill>
                <a:latin typeface="IBM Plex Sans Arabic"/>
                <a:ea typeface="IBM Plex Sans Arabic"/>
                <a:cs typeface="IBM Plex Sans Arabic"/>
              </a:defRPr>
            </a:pPr>
            <a:r>
              <a:rPr sz="2700" b="0">
                <a:solidFill>
                  <a:srgbClr val="F2F4FF"/>
                </a:solidFill>
                <a:latin typeface="IBM Plex Sans Arabic"/>
                <a:ea typeface="IBM Plex Sans Arabic"/>
                <a:cs typeface="IBM Plex Sans Arabic"/>
              </a:rPr>
              <a:t>للمتعلمين ومعدّي المحتوى والمراكز الدعوية</a:t>
            </a:r>
          </a:p>
        </p:txBody>
      </p:sp>
    </p:spTree>
    <p:extLst>
      <p:ext uri="{BB962C8B-B14F-4D97-AF65-F5344CB8AC3E}">
        <ns4:creationId val="70271346"/>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2026-10-06T19:21:14.6620000Z</dcterms:created>
  <dcterms:modified xsi:type="dcterms:W3CDTF">2026-10-06T19:21:14.6620000Z</dcterms:modified>
</coreProperties>
</file>